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Lst>
  <p:notesMasterIdLst>
    <p:notesMasterId r:id="rId12"/>
  </p:notesMasterIdLst>
  <p:sldIdLst>
    <p:sldId id="256" r:id="rId2"/>
    <p:sldId id="257" r:id="rId3"/>
    <p:sldId id="259" r:id="rId4"/>
    <p:sldId id="260" r:id="rId5"/>
    <p:sldId id="261" r:id="rId6"/>
    <p:sldId id="262" r:id="rId7"/>
    <p:sldId id="263" r:id="rId8"/>
    <p:sldId id="264" r:id="rId9"/>
    <p:sldId id="265" r:id="rId10"/>
    <p:sldId id="266" r:id="rId11"/>
  </p:sldIdLst>
  <p:sldSz cx="9144000" cy="5143500" type="screen16x9"/>
  <p:notesSz cx="6858000" cy="9144000"/>
  <p:embeddedFontLst>
    <p:embeddedFont>
      <p:font typeface="IBM Plex Mono" panose="020B0604020202020204" charset="0"/>
      <p:regular r:id="rId13"/>
      <p:bold r:id="rId14"/>
      <p:italic r:id="rId15"/>
      <p:boldItalic r:id="rId16"/>
    </p:embeddedFont>
    <p:embeddedFont>
      <p:font typeface="Roboto" panose="020B0604020202020204" charset="0"/>
      <p:regular r:id="rId17"/>
      <p:bold r:id="rId18"/>
      <p:italic r:id="rId19"/>
      <p:boldItalic r:id="rId20"/>
    </p:embeddedFont>
    <p:embeddedFont>
      <p:font typeface="Space Grotesk Light" panose="020B0604020202020204" charset="0"/>
      <p:regular r:id="rId21"/>
      <p:bold r:id="rId22"/>
    </p:embeddedFont>
    <p:embeddedFont>
      <p:font typeface="IBM Plex Mono SemiBold" panose="020B0604020202020204" charset="0"/>
      <p:regular r:id="rId23"/>
      <p:bold r:id="rId24"/>
      <p:italic r:id="rId25"/>
      <p:boldItalic r:id="rId26"/>
    </p:embeddedFont>
    <p:embeddedFont>
      <p:font typeface="Lato" panose="020B0604020202020204" charset="0"/>
      <p:regular r:id="rId27"/>
      <p:bold r:id="rId28"/>
      <p:italic r:id="rId29"/>
      <p:boldItalic r:id="rId30"/>
    </p:embeddedFont>
    <p:embeddedFont>
      <p:font typeface="Space Grotesk" panose="020B0604020202020204" charset="0"/>
      <p:regular r:id="rId31"/>
      <p:bold r:id="rId32"/>
    </p:embeddedFont>
    <p:embeddedFont>
      <p:font typeface="Space Grotesk Medium" panose="020B0604020202020204" charset="0"/>
      <p:regular r:id="rId33"/>
      <p:bold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108" d="100"/>
          <a:sy n="108" d="100"/>
        </p:scale>
        <p:origin x="715"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font" Target="fonts/font14.fntdata"/><Relationship Id="rId21" Type="http://schemas.openxmlformats.org/officeDocument/2006/relationships/font" Target="fonts/font9.fntdata"/><Relationship Id="rId34" Type="http://schemas.openxmlformats.org/officeDocument/2006/relationships/font" Target="fonts/font22.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font" Target="fonts/font13.fntdata"/><Relationship Id="rId33" Type="http://schemas.openxmlformats.org/officeDocument/2006/relationships/font" Target="fonts/font21.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29" Type="http://schemas.openxmlformats.org/officeDocument/2006/relationships/font" Target="fonts/font1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2.fntdata"/><Relationship Id="rId32" Type="http://schemas.openxmlformats.org/officeDocument/2006/relationships/font" Target="fonts/font20.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font" Target="fonts/font16.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7.fntdata"/><Relationship Id="rId31" Type="http://schemas.openxmlformats.org/officeDocument/2006/relationships/font" Target="fonts/font1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font" Target="fonts/font15.fntdata"/><Relationship Id="rId30" Type="http://schemas.openxmlformats.org/officeDocument/2006/relationships/font" Target="fonts/font18.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ed3401ed36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ed3401ed36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e1d838b627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 name="Google Shape;246;ge1d838b627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e1d838b627_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 name="Google Shape;269;ge1d838b627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33fb61485ab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 name="Google Shape;276;g33fb61485ab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e1d838b627_4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e1d838b627_4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e1d838b627_4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e1d838b627_4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e1d838b627_4_1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 name="Google Shape;298;ge1d838b627_4_1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e1d838b627_4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e1d838b627_4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e1d838b627_4_2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e1d838b627_4_2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135c9f142d8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135c9f142d8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hyperlink" Target="http://bit.ly/2TtBDf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100" y="0"/>
            <a:ext cx="9144000" cy="228600"/>
            <a:chOff x="100" y="0"/>
            <a:chExt cx="9144000" cy="228600"/>
          </a:xfrm>
        </p:grpSpPr>
        <p:sp>
          <p:nvSpPr>
            <p:cNvPr id="10" name="Google Shape;10;p2"/>
            <p:cNvSpPr/>
            <p:nvPr/>
          </p:nvSpPr>
          <p:spPr>
            <a:xfrm>
              <a:off x="100" y="0"/>
              <a:ext cx="9144000" cy="2286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nvGrpSpPr>
            <p:cNvPr id="11" name="Google Shape;11;p2"/>
            <p:cNvGrpSpPr/>
            <p:nvPr/>
          </p:nvGrpSpPr>
          <p:grpSpPr>
            <a:xfrm>
              <a:off x="228600" y="75300"/>
              <a:ext cx="339251" cy="78000"/>
              <a:chOff x="228600" y="75300"/>
              <a:chExt cx="339251" cy="78000"/>
            </a:xfrm>
          </p:grpSpPr>
          <p:sp>
            <p:nvSpPr>
              <p:cNvPr id="12" name="Google Shape;12;p2"/>
              <p:cNvSpPr/>
              <p:nvPr/>
            </p:nvSpPr>
            <p:spPr>
              <a:xfrm>
                <a:off x="228600" y="75300"/>
                <a:ext cx="78000" cy="78000"/>
              </a:xfrm>
              <a:prstGeom prst="ellipse">
                <a:avLst/>
              </a:prstGeom>
              <a:solidFill>
                <a:schemeClr val="lt1"/>
              </a:solidFill>
              <a:ln>
                <a:noFill/>
              </a:ln>
            </p:spPr>
            <p:txBody>
              <a:bodyPr spcFirstLastPara="1" wrap="square" lIns="32550" tIns="32550" rIns="32550" bIns="32550" anchor="ctr" anchorCtr="0">
                <a:noAutofit/>
              </a:bodyPr>
              <a:lstStyle/>
              <a:p>
                <a:pPr marL="0" lvl="0" indent="0" algn="ctr" rtl="0">
                  <a:spcBef>
                    <a:spcPts val="0"/>
                  </a:spcBef>
                  <a:spcAft>
                    <a:spcPts val="0"/>
                  </a:spcAft>
                  <a:buNone/>
                </a:pPr>
                <a:endParaRPr sz="498">
                  <a:latin typeface="Lato"/>
                  <a:ea typeface="Lato"/>
                  <a:cs typeface="Lato"/>
                  <a:sym typeface="Lato"/>
                </a:endParaRPr>
              </a:p>
            </p:txBody>
          </p:sp>
          <p:sp>
            <p:nvSpPr>
              <p:cNvPr id="13" name="Google Shape;13;p2"/>
              <p:cNvSpPr/>
              <p:nvPr/>
            </p:nvSpPr>
            <p:spPr>
              <a:xfrm>
                <a:off x="359226" y="75300"/>
                <a:ext cx="78000" cy="78000"/>
              </a:xfrm>
              <a:prstGeom prst="ellipse">
                <a:avLst/>
              </a:prstGeom>
              <a:solidFill>
                <a:schemeClr val="lt1"/>
              </a:solidFill>
              <a:ln>
                <a:noFill/>
              </a:ln>
            </p:spPr>
            <p:txBody>
              <a:bodyPr spcFirstLastPara="1" wrap="square" lIns="32550" tIns="32550" rIns="32550" bIns="32550" anchor="ctr" anchorCtr="0">
                <a:noAutofit/>
              </a:bodyPr>
              <a:lstStyle/>
              <a:p>
                <a:pPr marL="0" lvl="0" indent="0" algn="ctr" rtl="0">
                  <a:spcBef>
                    <a:spcPts val="0"/>
                  </a:spcBef>
                  <a:spcAft>
                    <a:spcPts val="0"/>
                  </a:spcAft>
                  <a:buNone/>
                </a:pPr>
                <a:endParaRPr sz="498">
                  <a:latin typeface="Lato"/>
                  <a:ea typeface="Lato"/>
                  <a:cs typeface="Lato"/>
                  <a:sym typeface="Lato"/>
                </a:endParaRPr>
              </a:p>
            </p:txBody>
          </p:sp>
          <p:sp>
            <p:nvSpPr>
              <p:cNvPr id="14" name="Google Shape;14;p2"/>
              <p:cNvSpPr/>
              <p:nvPr/>
            </p:nvSpPr>
            <p:spPr>
              <a:xfrm>
                <a:off x="489851" y="75300"/>
                <a:ext cx="78000" cy="78000"/>
              </a:xfrm>
              <a:prstGeom prst="ellipse">
                <a:avLst/>
              </a:prstGeom>
              <a:solidFill>
                <a:schemeClr val="lt1"/>
              </a:solidFill>
              <a:ln>
                <a:noFill/>
              </a:ln>
            </p:spPr>
            <p:txBody>
              <a:bodyPr spcFirstLastPara="1" wrap="square" lIns="32550" tIns="32550" rIns="32550" bIns="32550" anchor="ctr" anchorCtr="0">
                <a:noAutofit/>
              </a:bodyPr>
              <a:lstStyle/>
              <a:p>
                <a:pPr marL="0" lvl="0" indent="0" algn="ctr" rtl="0">
                  <a:spcBef>
                    <a:spcPts val="0"/>
                  </a:spcBef>
                  <a:spcAft>
                    <a:spcPts val="0"/>
                  </a:spcAft>
                  <a:buNone/>
                </a:pPr>
                <a:endParaRPr sz="498">
                  <a:latin typeface="Lato"/>
                  <a:ea typeface="Lato"/>
                  <a:cs typeface="Lato"/>
                  <a:sym typeface="Lato"/>
                </a:endParaRPr>
              </a:p>
            </p:txBody>
          </p:sp>
        </p:grpSp>
      </p:grpSp>
      <p:sp>
        <p:nvSpPr>
          <p:cNvPr id="15" name="Google Shape;15;p2"/>
          <p:cNvSpPr txBox="1">
            <a:spLocks noGrp="1"/>
          </p:cNvSpPr>
          <p:nvPr>
            <p:ph type="ctrTitle"/>
          </p:nvPr>
        </p:nvSpPr>
        <p:spPr>
          <a:xfrm>
            <a:off x="228600" y="1854000"/>
            <a:ext cx="5257800" cy="24012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72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6" name="Google Shape;16;p2"/>
          <p:cNvSpPr txBox="1">
            <a:spLocks noGrp="1"/>
          </p:cNvSpPr>
          <p:nvPr>
            <p:ph type="subTitle" idx="1"/>
          </p:nvPr>
        </p:nvSpPr>
        <p:spPr>
          <a:xfrm>
            <a:off x="228600" y="4483800"/>
            <a:ext cx="3789000" cy="431100"/>
          </a:xfrm>
          <a:prstGeom prst="rect">
            <a:avLst/>
          </a:prstGeom>
          <a:solidFill>
            <a:schemeClr val="dk1"/>
          </a:solidFill>
          <a:ln>
            <a:noFill/>
          </a:ln>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600">
                <a:solidFill>
                  <a:schemeClr val="lt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7" name="Google Shape;17;p2"/>
          <p:cNvSpPr>
            <a:spLocks noGrp="1"/>
          </p:cNvSpPr>
          <p:nvPr>
            <p:ph type="pic" idx="2"/>
          </p:nvPr>
        </p:nvSpPr>
        <p:spPr>
          <a:xfrm>
            <a:off x="6341100" y="1006750"/>
            <a:ext cx="2574000" cy="3908100"/>
          </a:xfrm>
          <a:prstGeom prst="rect">
            <a:avLst/>
          </a:prstGeom>
          <a:noFill/>
          <a:ln>
            <a:noFill/>
          </a:ln>
        </p:spPr>
      </p:sp>
    </p:spTree>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8"/>
        <p:cNvGrpSpPr/>
        <p:nvPr/>
      </p:nvGrpSpPr>
      <p:grpSpPr>
        <a:xfrm>
          <a:off x="0" y="0"/>
          <a:ext cx="0" cy="0"/>
          <a:chOff x="0" y="0"/>
          <a:chExt cx="0" cy="0"/>
        </a:xfrm>
      </p:grpSpPr>
      <p:grpSp>
        <p:nvGrpSpPr>
          <p:cNvPr id="19" name="Google Shape;19;p3"/>
          <p:cNvGrpSpPr/>
          <p:nvPr/>
        </p:nvGrpSpPr>
        <p:grpSpPr>
          <a:xfrm>
            <a:off x="100" y="0"/>
            <a:ext cx="9144000" cy="228600"/>
            <a:chOff x="100" y="0"/>
            <a:chExt cx="9144000" cy="228600"/>
          </a:xfrm>
        </p:grpSpPr>
        <p:sp>
          <p:nvSpPr>
            <p:cNvPr id="20" name="Google Shape;20;p3"/>
            <p:cNvSpPr/>
            <p:nvPr/>
          </p:nvSpPr>
          <p:spPr>
            <a:xfrm>
              <a:off x="100" y="0"/>
              <a:ext cx="9144000" cy="2286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nvGrpSpPr>
            <p:cNvPr id="21" name="Google Shape;21;p3"/>
            <p:cNvGrpSpPr/>
            <p:nvPr/>
          </p:nvGrpSpPr>
          <p:grpSpPr>
            <a:xfrm>
              <a:off x="228600" y="75300"/>
              <a:ext cx="339251" cy="78000"/>
              <a:chOff x="228600" y="75300"/>
              <a:chExt cx="339251" cy="78000"/>
            </a:xfrm>
          </p:grpSpPr>
          <p:sp>
            <p:nvSpPr>
              <p:cNvPr id="22" name="Google Shape;22;p3"/>
              <p:cNvSpPr/>
              <p:nvPr/>
            </p:nvSpPr>
            <p:spPr>
              <a:xfrm>
                <a:off x="228600" y="75300"/>
                <a:ext cx="78000" cy="78000"/>
              </a:xfrm>
              <a:prstGeom prst="ellipse">
                <a:avLst/>
              </a:prstGeom>
              <a:solidFill>
                <a:schemeClr val="lt1"/>
              </a:solidFill>
              <a:ln>
                <a:noFill/>
              </a:ln>
            </p:spPr>
            <p:txBody>
              <a:bodyPr spcFirstLastPara="1" wrap="square" lIns="32550" tIns="32550" rIns="32550" bIns="32550" anchor="ctr" anchorCtr="0">
                <a:noAutofit/>
              </a:bodyPr>
              <a:lstStyle/>
              <a:p>
                <a:pPr marL="0" lvl="0" indent="0" algn="ctr" rtl="0">
                  <a:spcBef>
                    <a:spcPts val="0"/>
                  </a:spcBef>
                  <a:spcAft>
                    <a:spcPts val="0"/>
                  </a:spcAft>
                  <a:buNone/>
                </a:pPr>
                <a:endParaRPr sz="498">
                  <a:latin typeface="Lato"/>
                  <a:ea typeface="Lato"/>
                  <a:cs typeface="Lato"/>
                  <a:sym typeface="Lato"/>
                </a:endParaRPr>
              </a:p>
            </p:txBody>
          </p:sp>
          <p:sp>
            <p:nvSpPr>
              <p:cNvPr id="23" name="Google Shape;23;p3"/>
              <p:cNvSpPr/>
              <p:nvPr/>
            </p:nvSpPr>
            <p:spPr>
              <a:xfrm>
                <a:off x="359226" y="75300"/>
                <a:ext cx="78000" cy="78000"/>
              </a:xfrm>
              <a:prstGeom prst="ellipse">
                <a:avLst/>
              </a:prstGeom>
              <a:solidFill>
                <a:schemeClr val="lt1"/>
              </a:solidFill>
              <a:ln>
                <a:noFill/>
              </a:ln>
            </p:spPr>
            <p:txBody>
              <a:bodyPr spcFirstLastPara="1" wrap="square" lIns="32550" tIns="32550" rIns="32550" bIns="32550" anchor="ctr" anchorCtr="0">
                <a:noAutofit/>
              </a:bodyPr>
              <a:lstStyle/>
              <a:p>
                <a:pPr marL="0" lvl="0" indent="0" algn="ctr" rtl="0">
                  <a:spcBef>
                    <a:spcPts val="0"/>
                  </a:spcBef>
                  <a:spcAft>
                    <a:spcPts val="0"/>
                  </a:spcAft>
                  <a:buNone/>
                </a:pPr>
                <a:endParaRPr sz="498">
                  <a:latin typeface="Lato"/>
                  <a:ea typeface="Lato"/>
                  <a:cs typeface="Lato"/>
                  <a:sym typeface="Lato"/>
                </a:endParaRPr>
              </a:p>
            </p:txBody>
          </p:sp>
          <p:sp>
            <p:nvSpPr>
              <p:cNvPr id="24" name="Google Shape;24;p3"/>
              <p:cNvSpPr/>
              <p:nvPr/>
            </p:nvSpPr>
            <p:spPr>
              <a:xfrm>
                <a:off x="489851" y="75300"/>
                <a:ext cx="78000" cy="78000"/>
              </a:xfrm>
              <a:prstGeom prst="ellipse">
                <a:avLst/>
              </a:prstGeom>
              <a:solidFill>
                <a:schemeClr val="lt1"/>
              </a:solidFill>
              <a:ln>
                <a:noFill/>
              </a:ln>
            </p:spPr>
            <p:txBody>
              <a:bodyPr spcFirstLastPara="1" wrap="square" lIns="32550" tIns="32550" rIns="32550" bIns="32550" anchor="ctr" anchorCtr="0">
                <a:noAutofit/>
              </a:bodyPr>
              <a:lstStyle/>
              <a:p>
                <a:pPr marL="0" lvl="0" indent="0" algn="ctr" rtl="0">
                  <a:spcBef>
                    <a:spcPts val="0"/>
                  </a:spcBef>
                  <a:spcAft>
                    <a:spcPts val="0"/>
                  </a:spcAft>
                  <a:buNone/>
                </a:pPr>
                <a:endParaRPr sz="498">
                  <a:latin typeface="Lato"/>
                  <a:ea typeface="Lato"/>
                  <a:cs typeface="Lato"/>
                  <a:sym typeface="Lato"/>
                </a:endParaRPr>
              </a:p>
            </p:txBody>
          </p:sp>
        </p:grpSp>
      </p:grpSp>
      <p:sp>
        <p:nvSpPr>
          <p:cNvPr id="25" name="Google Shape;25;p3"/>
          <p:cNvSpPr txBox="1">
            <a:spLocks noGrp="1"/>
          </p:cNvSpPr>
          <p:nvPr>
            <p:ph type="title"/>
          </p:nvPr>
        </p:nvSpPr>
        <p:spPr>
          <a:xfrm>
            <a:off x="3952200" y="2883000"/>
            <a:ext cx="4963200" cy="2031900"/>
          </a:xfrm>
          <a:prstGeom prst="rect">
            <a:avLst/>
          </a:prstGeom>
          <a:ln>
            <a:noFill/>
          </a:ln>
        </p:spPr>
        <p:txBody>
          <a:bodyPr spcFirstLastPara="1" wrap="square" lIns="91425" tIns="91425" rIns="91425" bIns="91425" anchor="ctr" anchorCtr="0">
            <a:noAutofit/>
          </a:bodyPr>
          <a:lstStyle>
            <a:lvl1pPr lvl="0" algn="r">
              <a:spcBef>
                <a:spcPts val="0"/>
              </a:spcBef>
              <a:spcAft>
                <a:spcPts val="0"/>
              </a:spcAft>
              <a:buSzPts val="3600"/>
              <a:buNone/>
              <a:defRPr sz="6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6" name="Google Shape;26;p3"/>
          <p:cNvSpPr txBox="1">
            <a:spLocks noGrp="1"/>
          </p:cNvSpPr>
          <p:nvPr>
            <p:ph type="title" idx="2" hasCustomPrompt="1"/>
          </p:nvPr>
        </p:nvSpPr>
        <p:spPr>
          <a:xfrm>
            <a:off x="7647000" y="1546188"/>
            <a:ext cx="1268400" cy="1108200"/>
          </a:xfrm>
          <a:prstGeom prst="rect">
            <a:avLst/>
          </a:prstGeom>
          <a:solidFill>
            <a:schemeClr val="dk1"/>
          </a:solidFill>
        </p:spPr>
        <p:txBody>
          <a:bodyPr spcFirstLastPara="1" wrap="square" lIns="91425" tIns="91425" rIns="91425" bIns="91425" anchor="ctr" anchorCtr="0">
            <a:noAutofit/>
          </a:bodyPr>
          <a:lstStyle>
            <a:lvl1pPr lvl="0" algn="r">
              <a:spcBef>
                <a:spcPts val="0"/>
              </a:spcBef>
              <a:spcAft>
                <a:spcPts val="0"/>
              </a:spcAft>
              <a:buSzPts val="6000"/>
              <a:buNone/>
              <a:defRPr sz="6000" b="0">
                <a:solidFill>
                  <a:schemeClr val="lt1"/>
                </a:solidFill>
                <a:latin typeface="IBM Plex Mono SemiBold"/>
                <a:ea typeface="IBM Plex Mono SemiBold"/>
                <a:cs typeface="IBM Plex Mono SemiBold"/>
                <a:sym typeface="IBM Plex Mono SemiBold"/>
              </a:defRPr>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27" name="Google Shape;27;p3"/>
          <p:cNvSpPr>
            <a:spLocks noGrp="1"/>
          </p:cNvSpPr>
          <p:nvPr>
            <p:ph type="pic" idx="3"/>
          </p:nvPr>
        </p:nvSpPr>
        <p:spPr>
          <a:xfrm>
            <a:off x="228600" y="1006750"/>
            <a:ext cx="2574000" cy="3908100"/>
          </a:xfrm>
          <a:prstGeom prst="rect">
            <a:avLst/>
          </a:prstGeom>
          <a:noFill/>
          <a:ln>
            <a:noFill/>
          </a:ln>
        </p:spPr>
      </p:sp>
    </p:spTree>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8"/>
        <p:cNvGrpSpPr/>
        <p:nvPr/>
      </p:nvGrpSpPr>
      <p:grpSpPr>
        <a:xfrm>
          <a:off x="0" y="0"/>
          <a:ext cx="0" cy="0"/>
          <a:chOff x="0" y="0"/>
          <a:chExt cx="0" cy="0"/>
        </a:xfrm>
      </p:grpSpPr>
      <p:grpSp>
        <p:nvGrpSpPr>
          <p:cNvPr id="29" name="Google Shape;29;p4"/>
          <p:cNvGrpSpPr/>
          <p:nvPr/>
        </p:nvGrpSpPr>
        <p:grpSpPr>
          <a:xfrm>
            <a:off x="100" y="0"/>
            <a:ext cx="9144000" cy="228600"/>
            <a:chOff x="100" y="0"/>
            <a:chExt cx="9144000" cy="228600"/>
          </a:xfrm>
        </p:grpSpPr>
        <p:sp>
          <p:nvSpPr>
            <p:cNvPr id="30" name="Google Shape;30;p4"/>
            <p:cNvSpPr/>
            <p:nvPr/>
          </p:nvSpPr>
          <p:spPr>
            <a:xfrm>
              <a:off x="100" y="0"/>
              <a:ext cx="9144000" cy="2286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nvGrpSpPr>
            <p:cNvPr id="31" name="Google Shape;31;p4"/>
            <p:cNvGrpSpPr/>
            <p:nvPr/>
          </p:nvGrpSpPr>
          <p:grpSpPr>
            <a:xfrm>
              <a:off x="228600" y="75300"/>
              <a:ext cx="339251" cy="78000"/>
              <a:chOff x="228600" y="75300"/>
              <a:chExt cx="339251" cy="78000"/>
            </a:xfrm>
          </p:grpSpPr>
          <p:sp>
            <p:nvSpPr>
              <p:cNvPr id="32" name="Google Shape;32;p4"/>
              <p:cNvSpPr/>
              <p:nvPr/>
            </p:nvSpPr>
            <p:spPr>
              <a:xfrm>
                <a:off x="228600" y="75300"/>
                <a:ext cx="78000" cy="78000"/>
              </a:xfrm>
              <a:prstGeom prst="ellipse">
                <a:avLst/>
              </a:prstGeom>
              <a:solidFill>
                <a:schemeClr val="lt1"/>
              </a:solidFill>
              <a:ln>
                <a:noFill/>
              </a:ln>
            </p:spPr>
            <p:txBody>
              <a:bodyPr spcFirstLastPara="1" wrap="square" lIns="32550" tIns="32550" rIns="32550" bIns="32550" anchor="ctr" anchorCtr="0">
                <a:noAutofit/>
              </a:bodyPr>
              <a:lstStyle/>
              <a:p>
                <a:pPr marL="0" lvl="0" indent="0" algn="ctr" rtl="0">
                  <a:spcBef>
                    <a:spcPts val="0"/>
                  </a:spcBef>
                  <a:spcAft>
                    <a:spcPts val="0"/>
                  </a:spcAft>
                  <a:buNone/>
                </a:pPr>
                <a:endParaRPr sz="498">
                  <a:latin typeface="Lato"/>
                  <a:ea typeface="Lato"/>
                  <a:cs typeface="Lato"/>
                  <a:sym typeface="Lato"/>
                </a:endParaRPr>
              </a:p>
            </p:txBody>
          </p:sp>
          <p:sp>
            <p:nvSpPr>
              <p:cNvPr id="33" name="Google Shape;33;p4"/>
              <p:cNvSpPr/>
              <p:nvPr/>
            </p:nvSpPr>
            <p:spPr>
              <a:xfrm>
                <a:off x="359226" y="75300"/>
                <a:ext cx="78000" cy="78000"/>
              </a:xfrm>
              <a:prstGeom prst="ellipse">
                <a:avLst/>
              </a:prstGeom>
              <a:solidFill>
                <a:schemeClr val="lt1"/>
              </a:solidFill>
              <a:ln>
                <a:noFill/>
              </a:ln>
            </p:spPr>
            <p:txBody>
              <a:bodyPr spcFirstLastPara="1" wrap="square" lIns="32550" tIns="32550" rIns="32550" bIns="32550" anchor="ctr" anchorCtr="0">
                <a:noAutofit/>
              </a:bodyPr>
              <a:lstStyle/>
              <a:p>
                <a:pPr marL="0" lvl="0" indent="0" algn="ctr" rtl="0">
                  <a:spcBef>
                    <a:spcPts val="0"/>
                  </a:spcBef>
                  <a:spcAft>
                    <a:spcPts val="0"/>
                  </a:spcAft>
                  <a:buNone/>
                </a:pPr>
                <a:endParaRPr sz="498">
                  <a:latin typeface="Lato"/>
                  <a:ea typeface="Lato"/>
                  <a:cs typeface="Lato"/>
                  <a:sym typeface="Lato"/>
                </a:endParaRPr>
              </a:p>
            </p:txBody>
          </p:sp>
          <p:sp>
            <p:nvSpPr>
              <p:cNvPr id="34" name="Google Shape;34;p4"/>
              <p:cNvSpPr/>
              <p:nvPr/>
            </p:nvSpPr>
            <p:spPr>
              <a:xfrm>
                <a:off x="489851" y="75300"/>
                <a:ext cx="78000" cy="78000"/>
              </a:xfrm>
              <a:prstGeom prst="ellipse">
                <a:avLst/>
              </a:prstGeom>
              <a:solidFill>
                <a:schemeClr val="lt1"/>
              </a:solidFill>
              <a:ln>
                <a:noFill/>
              </a:ln>
            </p:spPr>
            <p:txBody>
              <a:bodyPr spcFirstLastPara="1" wrap="square" lIns="32550" tIns="32550" rIns="32550" bIns="32550" anchor="ctr" anchorCtr="0">
                <a:noAutofit/>
              </a:bodyPr>
              <a:lstStyle/>
              <a:p>
                <a:pPr marL="0" lvl="0" indent="0" algn="ctr" rtl="0">
                  <a:spcBef>
                    <a:spcPts val="0"/>
                  </a:spcBef>
                  <a:spcAft>
                    <a:spcPts val="0"/>
                  </a:spcAft>
                  <a:buNone/>
                </a:pPr>
                <a:endParaRPr sz="498">
                  <a:latin typeface="Lato"/>
                  <a:ea typeface="Lato"/>
                  <a:cs typeface="Lato"/>
                  <a:sym typeface="Lato"/>
                </a:endParaRPr>
              </a:p>
            </p:txBody>
          </p:sp>
        </p:grpSp>
      </p:grpSp>
      <p:sp>
        <p:nvSpPr>
          <p:cNvPr id="35" name="Google Shape;35;p4"/>
          <p:cNvSpPr txBox="1">
            <a:spLocks noGrp="1"/>
          </p:cNvSpPr>
          <p:nvPr>
            <p:ph type="title"/>
          </p:nvPr>
        </p:nvSpPr>
        <p:spPr>
          <a:xfrm>
            <a:off x="720000" y="445025"/>
            <a:ext cx="7704000" cy="572700"/>
          </a:xfrm>
          <a:prstGeom prst="rect">
            <a:avLst/>
          </a:prstGeom>
          <a:ln>
            <a:noFill/>
          </a:ln>
        </p:spPr>
        <p:txBody>
          <a:bodyPr spcFirstLastPara="1" wrap="square" lIns="91425" tIns="91425" rIns="91425" bIns="91425" anchor="t" anchorCtr="0">
            <a:noAutofit/>
          </a:bodyPr>
          <a:lstStyle>
            <a:lvl1pPr lvl="0" algn="ctr">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36" name="Google Shape;36;p4"/>
          <p:cNvSpPr txBox="1">
            <a:spLocks noGrp="1"/>
          </p:cNvSpPr>
          <p:nvPr>
            <p:ph type="body" idx="1"/>
          </p:nvPr>
        </p:nvSpPr>
        <p:spPr>
          <a:xfrm>
            <a:off x="720000" y="1152475"/>
            <a:ext cx="7704000" cy="3416400"/>
          </a:xfrm>
          <a:prstGeom prst="rect">
            <a:avLst/>
          </a:prstGeom>
        </p:spPr>
        <p:txBody>
          <a:bodyPr spcFirstLastPara="1" wrap="square" lIns="91425" tIns="91425" rIns="91425" bIns="91425" anchor="t" anchorCtr="0">
            <a:noAutofit/>
          </a:bodyPr>
          <a:lstStyle>
            <a:lvl1pPr marL="457200" lvl="0" indent="-342900">
              <a:lnSpc>
                <a:spcPct val="115000"/>
              </a:lnSpc>
              <a:spcBef>
                <a:spcPts val="0"/>
              </a:spcBef>
              <a:spcAft>
                <a:spcPts val="0"/>
              </a:spcAft>
              <a:buSzPts val="1800"/>
              <a:buFont typeface="Darker Grotesque SemiBold"/>
              <a:buChar char="●"/>
              <a:defRPr sz="1200"/>
            </a:lvl1pPr>
            <a:lvl2pPr marL="914400" lvl="1" indent="-317500">
              <a:lnSpc>
                <a:spcPct val="115000"/>
              </a:lnSpc>
              <a:spcBef>
                <a:spcPts val="0"/>
              </a:spcBef>
              <a:spcAft>
                <a:spcPts val="0"/>
              </a:spcAft>
              <a:buSzPts val="1400"/>
              <a:buFont typeface="Darker Grotesque SemiBold"/>
              <a:buChar char="○"/>
              <a:defRPr/>
            </a:lvl2pPr>
            <a:lvl3pPr marL="1371600" lvl="2" indent="-317500">
              <a:lnSpc>
                <a:spcPct val="115000"/>
              </a:lnSpc>
              <a:spcBef>
                <a:spcPts val="0"/>
              </a:spcBef>
              <a:spcAft>
                <a:spcPts val="0"/>
              </a:spcAft>
              <a:buSzPts val="1400"/>
              <a:buFont typeface="Darker Grotesque SemiBold"/>
              <a:buChar char="■"/>
              <a:defRPr/>
            </a:lvl3pPr>
            <a:lvl4pPr marL="1828800" lvl="3" indent="-317500">
              <a:lnSpc>
                <a:spcPct val="115000"/>
              </a:lnSpc>
              <a:spcBef>
                <a:spcPts val="0"/>
              </a:spcBef>
              <a:spcAft>
                <a:spcPts val="0"/>
              </a:spcAft>
              <a:buSzPts val="1400"/>
              <a:buFont typeface="Darker Grotesque SemiBold"/>
              <a:buChar char="●"/>
              <a:defRPr/>
            </a:lvl4pPr>
            <a:lvl5pPr marL="2286000" lvl="4" indent="-317500">
              <a:lnSpc>
                <a:spcPct val="115000"/>
              </a:lnSpc>
              <a:spcBef>
                <a:spcPts val="0"/>
              </a:spcBef>
              <a:spcAft>
                <a:spcPts val="0"/>
              </a:spcAft>
              <a:buSzPts val="1400"/>
              <a:buFont typeface="Darker Grotesque SemiBold"/>
              <a:buChar char="○"/>
              <a:defRPr/>
            </a:lvl5pPr>
            <a:lvl6pPr marL="2743200" lvl="5" indent="-317500">
              <a:lnSpc>
                <a:spcPct val="115000"/>
              </a:lnSpc>
              <a:spcBef>
                <a:spcPts val="0"/>
              </a:spcBef>
              <a:spcAft>
                <a:spcPts val="0"/>
              </a:spcAft>
              <a:buSzPts val="1400"/>
              <a:buFont typeface="Darker Grotesque SemiBold"/>
              <a:buChar char="■"/>
              <a:defRPr/>
            </a:lvl6pPr>
            <a:lvl7pPr marL="3200400" lvl="6" indent="-317500">
              <a:lnSpc>
                <a:spcPct val="115000"/>
              </a:lnSpc>
              <a:spcBef>
                <a:spcPts val="0"/>
              </a:spcBef>
              <a:spcAft>
                <a:spcPts val="0"/>
              </a:spcAft>
              <a:buSzPts val="1400"/>
              <a:buFont typeface="Darker Grotesque SemiBold"/>
              <a:buChar char="●"/>
              <a:defRPr/>
            </a:lvl7pPr>
            <a:lvl8pPr marL="3657600" lvl="7" indent="-317500">
              <a:lnSpc>
                <a:spcPct val="115000"/>
              </a:lnSpc>
              <a:spcBef>
                <a:spcPts val="0"/>
              </a:spcBef>
              <a:spcAft>
                <a:spcPts val="0"/>
              </a:spcAft>
              <a:buSzPts val="1400"/>
              <a:buFont typeface="Darker Grotesque SemiBold"/>
              <a:buChar char="○"/>
              <a:defRPr/>
            </a:lvl8pPr>
            <a:lvl9pPr marL="4114800" lvl="8" indent="-317500">
              <a:lnSpc>
                <a:spcPct val="115000"/>
              </a:lnSpc>
              <a:spcBef>
                <a:spcPts val="0"/>
              </a:spcBef>
              <a:spcAft>
                <a:spcPts val="0"/>
              </a:spcAft>
              <a:buSzPts val="1400"/>
              <a:buFont typeface="Darker Grotesque SemiBold"/>
              <a:buChar char="■"/>
              <a:defRPr/>
            </a:lvl9pPr>
          </a:lstStyle>
          <a:p>
            <a:endParaRPr/>
          </a:p>
        </p:txBody>
      </p:sp>
    </p:spTree>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7"/>
        <p:cNvGrpSpPr/>
        <p:nvPr/>
      </p:nvGrpSpPr>
      <p:grpSpPr>
        <a:xfrm>
          <a:off x="0" y="0"/>
          <a:ext cx="0" cy="0"/>
          <a:chOff x="0" y="0"/>
          <a:chExt cx="0" cy="0"/>
        </a:xfrm>
      </p:grpSpPr>
      <p:grpSp>
        <p:nvGrpSpPr>
          <p:cNvPr id="38" name="Google Shape;38;p5"/>
          <p:cNvGrpSpPr/>
          <p:nvPr/>
        </p:nvGrpSpPr>
        <p:grpSpPr>
          <a:xfrm>
            <a:off x="100" y="0"/>
            <a:ext cx="9144000" cy="228600"/>
            <a:chOff x="100" y="0"/>
            <a:chExt cx="9144000" cy="228600"/>
          </a:xfrm>
        </p:grpSpPr>
        <p:sp>
          <p:nvSpPr>
            <p:cNvPr id="39" name="Google Shape;39;p5"/>
            <p:cNvSpPr/>
            <p:nvPr/>
          </p:nvSpPr>
          <p:spPr>
            <a:xfrm>
              <a:off x="100" y="0"/>
              <a:ext cx="9144000" cy="2286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nvGrpSpPr>
            <p:cNvPr id="40" name="Google Shape;40;p5"/>
            <p:cNvGrpSpPr/>
            <p:nvPr/>
          </p:nvGrpSpPr>
          <p:grpSpPr>
            <a:xfrm>
              <a:off x="228600" y="75300"/>
              <a:ext cx="339251" cy="78000"/>
              <a:chOff x="228600" y="75300"/>
              <a:chExt cx="339251" cy="78000"/>
            </a:xfrm>
          </p:grpSpPr>
          <p:sp>
            <p:nvSpPr>
              <p:cNvPr id="41" name="Google Shape;41;p5"/>
              <p:cNvSpPr/>
              <p:nvPr/>
            </p:nvSpPr>
            <p:spPr>
              <a:xfrm>
                <a:off x="228600" y="75300"/>
                <a:ext cx="78000" cy="78000"/>
              </a:xfrm>
              <a:prstGeom prst="ellipse">
                <a:avLst/>
              </a:prstGeom>
              <a:solidFill>
                <a:schemeClr val="lt1"/>
              </a:solidFill>
              <a:ln>
                <a:noFill/>
              </a:ln>
            </p:spPr>
            <p:txBody>
              <a:bodyPr spcFirstLastPara="1" wrap="square" lIns="32550" tIns="32550" rIns="32550" bIns="32550" anchor="ctr" anchorCtr="0">
                <a:noAutofit/>
              </a:bodyPr>
              <a:lstStyle/>
              <a:p>
                <a:pPr marL="0" lvl="0" indent="0" algn="ctr" rtl="0">
                  <a:spcBef>
                    <a:spcPts val="0"/>
                  </a:spcBef>
                  <a:spcAft>
                    <a:spcPts val="0"/>
                  </a:spcAft>
                  <a:buNone/>
                </a:pPr>
                <a:endParaRPr sz="498">
                  <a:latin typeface="Lato"/>
                  <a:ea typeface="Lato"/>
                  <a:cs typeface="Lato"/>
                  <a:sym typeface="Lato"/>
                </a:endParaRPr>
              </a:p>
            </p:txBody>
          </p:sp>
          <p:sp>
            <p:nvSpPr>
              <p:cNvPr id="42" name="Google Shape;42;p5"/>
              <p:cNvSpPr/>
              <p:nvPr/>
            </p:nvSpPr>
            <p:spPr>
              <a:xfrm>
                <a:off x="359226" y="75300"/>
                <a:ext cx="78000" cy="78000"/>
              </a:xfrm>
              <a:prstGeom prst="ellipse">
                <a:avLst/>
              </a:prstGeom>
              <a:solidFill>
                <a:schemeClr val="lt1"/>
              </a:solidFill>
              <a:ln>
                <a:noFill/>
              </a:ln>
            </p:spPr>
            <p:txBody>
              <a:bodyPr spcFirstLastPara="1" wrap="square" lIns="32550" tIns="32550" rIns="32550" bIns="32550" anchor="ctr" anchorCtr="0">
                <a:noAutofit/>
              </a:bodyPr>
              <a:lstStyle/>
              <a:p>
                <a:pPr marL="0" lvl="0" indent="0" algn="ctr" rtl="0">
                  <a:spcBef>
                    <a:spcPts val="0"/>
                  </a:spcBef>
                  <a:spcAft>
                    <a:spcPts val="0"/>
                  </a:spcAft>
                  <a:buNone/>
                </a:pPr>
                <a:endParaRPr sz="498">
                  <a:latin typeface="Lato"/>
                  <a:ea typeface="Lato"/>
                  <a:cs typeface="Lato"/>
                  <a:sym typeface="Lato"/>
                </a:endParaRPr>
              </a:p>
            </p:txBody>
          </p:sp>
          <p:sp>
            <p:nvSpPr>
              <p:cNvPr id="43" name="Google Shape;43;p5"/>
              <p:cNvSpPr/>
              <p:nvPr/>
            </p:nvSpPr>
            <p:spPr>
              <a:xfrm>
                <a:off x="489851" y="75300"/>
                <a:ext cx="78000" cy="78000"/>
              </a:xfrm>
              <a:prstGeom prst="ellipse">
                <a:avLst/>
              </a:prstGeom>
              <a:solidFill>
                <a:schemeClr val="lt1"/>
              </a:solidFill>
              <a:ln>
                <a:noFill/>
              </a:ln>
            </p:spPr>
            <p:txBody>
              <a:bodyPr spcFirstLastPara="1" wrap="square" lIns="32550" tIns="32550" rIns="32550" bIns="32550" anchor="ctr" anchorCtr="0">
                <a:noAutofit/>
              </a:bodyPr>
              <a:lstStyle/>
              <a:p>
                <a:pPr marL="0" lvl="0" indent="0" algn="ctr" rtl="0">
                  <a:spcBef>
                    <a:spcPts val="0"/>
                  </a:spcBef>
                  <a:spcAft>
                    <a:spcPts val="0"/>
                  </a:spcAft>
                  <a:buNone/>
                </a:pPr>
                <a:endParaRPr sz="498">
                  <a:latin typeface="Lato"/>
                  <a:ea typeface="Lato"/>
                  <a:cs typeface="Lato"/>
                  <a:sym typeface="Lato"/>
                </a:endParaRPr>
              </a:p>
            </p:txBody>
          </p:sp>
        </p:grpSp>
      </p:grpSp>
      <p:sp>
        <p:nvSpPr>
          <p:cNvPr id="44" name="Google Shape;44;p5"/>
          <p:cNvSpPr txBox="1">
            <a:spLocks noGrp="1"/>
          </p:cNvSpPr>
          <p:nvPr>
            <p:ph type="subTitle" idx="1"/>
          </p:nvPr>
        </p:nvSpPr>
        <p:spPr>
          <a:xfrm>
            <a:off x="228603" y="1637325"/>
            <a:ext cx="3941400" cy="4311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2400"/>
              <a:buFont typeface="Space Grotesk"/>
              <a:buNone/>
              <a:defRPr sz="1600" b="1">
                <a:solidFill>
                  <a:schemeClr val="dk2"/>
                </a:solidFill>
                <a:latin typeface="Space Grotesk"/>
                <a:ea typeface="Space Grotesk"/>
                <a:cs typeface="Space Grotesk"/>
                <a:sym typeface="Space Grotesk"/>
              </a:defRPr>
            </a:lvl1pPr>
            <a:lvl2pPr lvl="1" algn="ctr">
              <a:lnSpc>
                <a:spcPct val="100000"/>
              </a:lnSpc>
              <a:spcBef>
                <a:spcPts val="0"/>
              </a:spcBef>
              <a:spcAft>
                <a:spcPts val="0"/>
              </a:spcAft>
              <a:buSzPts val="2400"/>
              <a:buFont typeface="Space Grotesk"/>
              <a:buNone/>
              <a:defRPr sz="2400" b="1">
                <a:latin typeface="Space Grotesk"/>
                <a:ea typeface="Space Grotesk"/>
                <a:cs typeface="Space Grotesk"/>
                <a:sym typeface="Space Grotesk"/>
              </a:defRPr>
            </a:lvl2pPr>
            <a:lvl3pPr lvl="2" algn="ctr">
              <a:lnSpc>
                <a:spcPct val="100000"/>
              </a:lnSpc>
              <a:spcBef>
                <a:spcPts val="0"/>
              </a:spcBef>
              <a:spcAft>
                <a:spcPts val="0"/>
              </a:spcAft>
              <a:buSzPts val="2400"/>
              <a:buFont typeface="Space Grotesk"/>
              <a:buNone/>
              <a:defRPr sz="2400" b="1">
                <a:latin typeface="Space Grotesk"/>
                <a:ea typeface="Space Grotesk"/>
                <a:cs typeface="Space Grotesk"/>
                <a:sym typeface="Space Grotesk"/>
              </a:defRPr>
            </a:lvl3pPr>
            <a:lvl4pPr lvl="3" algn="ctr">
              <a:lnSpc>
                <a:spcPct val="100000"/>
              </a:lnSpc>
              <a:spcBef>
                <a:spcPts val="0"/>
              </a:spcBef>
              <a:spcAft>
                <a:spcPts val="0"/>
              </a:spcAft>
              <a:buSzPts val="2400"/>
              <a:buFont typeface="Space Grotesk"/>
              <a:buNone/>
              <a:defRPr sz="2400" b="1">
                <a:latin typeface="Space Grotesk"/>
                <a:ea typeface="Space Grotesk"/>
                <a:cs typeface="Space Grotesk"/>
                <a:sym typeface="Space Grotesk"/>
              </a:defRPr>
            </a:lvl4pPr>
            <a:lvl5pPr lvl="4" algn="ctr">
              <a:lnSpc>
                <a:spcPct val="100000"/>
              </a:lnSpc>
              <a:spcBef>
                <a:spcPts val="0"/>
              </a:spcBef>
              <a:spcAft>
                <a:spcPts val="0"/>
              </a:spcAft>
              <a:buSzPts val="2400"/>
              <a:buFont typeface="Space Grotesk"/>
              <a:buNone/>
              <a:defRPr sz="2400" b="1">
                <a:latin typeface="Space Grotesk"/>
                <a:ea typeface="Space Grotesk"/>
                <a:cs typeface="Space Grotesk"/>
                <a:sym typeface="Space Grotesk"/>
              </a:defRPr>
            </a:lvl5pPr>
            <a:lvl6pPr lvl="5" algn="ctr">
              <a:lnSpc>
                <a:spcPct val="100000"/>
              </a:lnSpc>
              <a:spcBef>
                <a:spcPts val="0"/>
              </a:spcBef>
              <a:spcAft>
                <a:spcPts val="0"/>
              </a:spcAft>
              <a:buSzPts val="2400"/>
              <a:buFont typeface="Space Grotesk"/>
              <a:buNone/>
              <a:defRPr sz="2400" b="1">
                <a:latin typeface="Space Grotesk"/>
                <a:ea typeface="Space Grotesk"/>
                <a:cs typeface="Space Grotesk"/>
                <a:sym typeface="Space Grotesk"/>
              </a:defRPr>
            </a:lvl6pPr>
            <a:lvl7pPr lvl="6" algn="ctr">
              <a:lnSpc>
                <a:spcPct val="100000"/>
              </a:lnSpc>
              <a:spcBef>
                <a:spcPts val="0"/>
              </a:spcBef>
              <a:spcAft>
                <a:spcPts val="0"/>
              </a:spcAft>
              <a:buSzPts val="2400"/>
              <a:buFont typeface="Space Grotesk"/>
              <a:buNone/>
              <a:defRPr sz="2400" b="1">
                <a:latin typeface="Space Grotesk"/>
                <a:ea typeface="Space Grotesk"/>
                <a:cs typeface="Space Grotesk"/>
                <a:sym typeface="Space Grotesk"/>
              </a:defRPr>
            </a:lvl7pPr>
            <a:lvl8pPr lvl="7" algn="ctr">
              <a:lnSpc>
                <a:spcPct val="100000"/>
              </a:lnSpc>
              <a:spcBef>
                <a:spcPts val="0"/>
              </a:spcBef>
              <a:spcAft>
                <a:spcPts val="0"/>
              </a:spcAft>
              <a:buSzPts val="2400"/>
              <a:buFont typeface="Space Grotesk"/>
              <a:buNone/>
              <a:defRPr sz="2400" b="1">
                <a:latin typeface="Space Grotesk"/>
                <a:ea typeface="Space Grotesk"/>
                <a:cs typeface="Space Grotesk"/>
                <a:sym typeface="Space Grotesk"/>
              </a:defRPr>
            </a:lvl8pPr>
            <a:lvl9pPr lvl="8" algn="ctr">
              <a:lnSpc>
                <a:spcPct val="100000"/>
              </a:lnSpc>
              <a:spcBef>
                <a:spcPts val="0"/>
              </a:spcBef>
              <a:spcAft>
                <a:spcPts val="0"/>
              </a:spcAft>
              <a:buSzPts val="2400"/>
              <a:buFont typeface="Space Grotesk"/>
              <a:buNone/>
              <a:defRPr sz="2400" b="1">
                <a:latin typeface="Space Grotesk"/>
                <a:ea typeface="Space Grotesk"/>
                <a:cs typeface="Space Grotesk"/>
                <a:sym typeface="Space Grotesk"/>
              </a:defRPr>
            </a:lvl9pPr>
          </a:lstStyle>
          <a:p>
            <a:endParaRPr/>
          </a:p>
        </p:txBody>
      </p:sp>
      <p:sp>
        <p:nvSpPr>
          <p:cNvPr id="45" name="Google Shape;45;p5"/>
          <p:cNvSpPr txBox="1">
            <a:spLocks noGrp="1"/>
          </p:cNvSpPr>
          <p:nvPr>
            <p:ph type="subTitle" idx="2"/>
          </p:nvPr>
        </p:nvSpPr>
        <p:spPr>
          <a:xfrm>
            <a:off x="228603" y="2985076"/>
            <a:ext cx="3941400" cy="4311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2400"/>
              <a:buFont typeface="Space Grotesk"/>
              <a:buNone/>
              <a:defRPr sz="1600" b="1">
                <a:solidFill>
                  <a:schemeClr val="dk2"/>
                </a:solidFill>
                <a:latin typeface="Space Grotesk"/>
                <a:ea typeface="Space Grotesk"/>
                <a:cs typeface="Space Grotesk"/>
                <a:sym typeface="Space Grotesk"/>
              </a:defRPr>
            </a:lvl1pPr>
            <a:lvl2pPr lvl="1" algn="ctr">
              <a:lnSpc>
                <a:spcPct val="100000"/>
              </a:lnSpc>
              <a:spcBef>
                <a:spcPts val="0"/>
              </a:spcBef>
              <a:spcAft>
                <a:spcPts val="0"/>
              </a:spcAft>
              <a:buSzPts val="2400"/>
              <a:buFont typeface="Space Grotesk"/>
              <a:buNone/>
              <a:defRPr sz="2400" b="1">
                <a:latin typeface="Space Grotesk"/>
                <a:ea typeface="Space Grotesk"/>
                <a:cs typeface="Space Grotesk"/>
                <a:sym typeface="Space Grotesk"/>
              </a:defRPr>
            </a:lvl2pPr>
            <a:lvl3pPr lvl="2" algn="ctr">
              <a:lnSpc>
                <a:spcPct val="100000"/>
              </a:lnSpc>
              <a:spcBef>
                <a:spcPts val="0"/>
              </a:spcBef>
              <a:spcAft>
                <a:spcPts val="0"/>
              </a:spcAft>
              <a:buSzPts val="2400"/>
              <a:buFont typeface="Space Grotesk"/>
              <a:buNone/>
              <a:defRPr sz="2400" b="1">
                <a:latin typeface="Space Grotesk"/>
                <a:ea typeface="Space Grotesk"/>
                <a:cs typeface="Space Grotesk"/>
                <a:sym typeface="Space Grotesk"/>
              </a:defRPr>
            </a:lvl3pPr>
            <a:lvl4pPr lvl="3" algn="ctr">
              <a:lnSpc>
                <a:spcPct val="100000"/>
              </a:lnSpc>
              <a:spcBef>
                <a:spcPts val="0"/>
              </a:spcBef>
              <a:spcAft>
                <a:spcPts val="0"/>
              </a:spcAft>
              <a:buSzPts val="2400"/>
              <a:buFont typeface="Space Grotesk"/>
              <a:buNone/>
              <a:defRPr sz="2400" b="1">
                <a:latin typeface="Space Grotesk"/>
                <a:ea typeface="Space Grotesk"/>
                <a:cs typeface="Space Grotesk"/>
                <a:sym typeface="Space Grotesk"/>
              </a:defRPr>
            </a:lvl4pPr>
            <a:lvl5pPr lvl="4" algn="ctr">
              <a:lnSpc>
                <a:spcPct val="100000"/>
              </a:lnSpc>
              <a:spcBef>
                <a:spcPts val="0"/>
              </a:spcBef>
              <a:spcAft>
                <a:spcPts val="0"/>
              </a:spcAft>
              <a:buSzPts val="2400"/>
              <a:buFont typeface="Space Grotesk"/>
              <a:buNone/>
              <a:defRPr sz="2400" b="1">
                <a:latin typeface="Space Grotesk"/>
                <a:ea typeface="Space Grotesk"/>
                <a:cs typeface="Space Grotesk"/>
                <a:sym typeface="Space Grotesk"/>
              </a:defRPr>
            </a:lvl5pPr>
            <a:lvl6pPr lvl="5" algn="ctr">
              <a:lnSpc>
                <a:spcPct val="100000"/>
              </a:lnSpc>
              <a:spcBef>
                <a:spcPts val="0"/>
              </a:spcBef>
              <a:spcAft>
                <a:spcPts val="0"/>
              </a:spcAft>
              <a:buSzPts val="2400"/>
              <a:buFont typeface="Space Grotesk"/>
              <a:buNone/>
              <a:defRPr sz="2400" b="1">
                <a:latin typeface="Space Grotesk"/>
                <a:ea typeface="Space Grotesk"/>
                <a:cs typeface="Space Grotesk"/>
                <a:sym typeface="Space Grotesk"/>
              </a:defRPr>
            </a:lvl6pPr>
            <a:lvl7pPr lvl="6" algn="ctr">
              <a:lnSpc>
                <a:spcPct val="100000"/>
              </a:lnSpc>
              <a:spcBef>
                <a:spcPts val="0"/>
              </a:spcBef>
              <a:spcAft>
                <a:spcPts val="0"/>
              </a:spcAft>
              <a:buSzPts val="2400"/>
              <a:buFont typeface="Space Grotesk"/>
              <a:buNone/>
              <a:defRPr sz="2400" b="1">
                <a:latin typeface="Space Grotesk"/>
                <a:ea typeface="Space Grotesk"/>
                <a:cs typeface="Space Grotesk"/>
                <a:sym typeface="Space Grotesk"/>
              </a:defRPr>
            </a:lvl7pPr>
            <a:lvl8pPr lvl="7" algn="ctr">
              <a:lnSpc>
                <a:spcPct val="100000"/>
              </a:lnSpc>
              <a:spcBef>
                <a:spcPts val="0"/>
              </a:spcBef>
              <a:spcAft>
                <a:spcPts val="0"/>
              </a:spcAft>
              <a:buSzPts val="2400"/>
              <a:buFont typeface="Space Grotesk"/>
              <a:buNone/>
              <a:defRPr sz="2400" b="1">
                <a:latin typeface="Space Grotesk"/>
                <a:ea typeface="Space Grotesk"/>
                <a:cs typeface="Space Grotesk"/>
                <a:sym typeface="Space Grotesk"/>
              </a:defRPr>
            </a:lvl8pPr>
            <a:lvl9pPr lvl="8" algn="ctr">
              <a:lnSpc>
                <a:spcPct val="100000"/>
              </a:lnSpc>
              <a:spcBef>
                <a:spcPts val="0"/>
              </a:spcBef>
              <a:spcAft>
                <a:spcPts val="0"/>
              </a:spcAft>
              <a:buSzPts val="2400"/>
              <a:buFont typeface="Space Grotesk"/>
              <a:buNone/>
              <a:defRPr sz="2400" b="1">
                <a:latin typeface="Space Grotesk"/>
                <a:ea typeface="Space Grotesk"/>
                <a:cs typeface="Space Grotesk"/>
                <a:sym typeface="Space Grotesk"/>
              </a:defRPr>
            </a:lvl9pPr>
          </a:lstStyle>
          <a:p>
            <a:endParaRPr/>
          </a:p>
        </p:txBody>
      </p:sp>
      <p:sp>
        <p:nvSpPr>
          <p:cNvPr id="46" name="Google Shape;46;p5"/>
          <p:cNvSpPr txBox="1">
            <a:spLocks noGrp="1"/>
          </p:cNvSpPr>
          <p:nvPr>
            <p:ph type="subTitle" idx="3"/>
          </p:nvPr>
        </p:nvSpPr>
        <p:spPr>
          <a:xfrm>
            <a:off x="228603" y="1992223"/>
            <a:ext cx="3941400" cy="738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7" name="Google Shape;47;p5"/>
          <p:cNvSpPr txBox="1">
            <a:spLocks noGrp="1"/>
          </p:cNvSpPr>
          <p:nvPr>
            <p:ph type="subTitle" idx="4"/>
          </p:nvPr>
        </p:nvSpPr>
        <p:spPr>
          <a:xfrm>
            <a:off x="228603" y="3339975"/>
            <a:ext cx="3941400" cy="738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8" name="Google Shape;48;p5"/>
          <p:cNvSpPr txBox="1">
            <a:spLocks noGrp="1"/>
          </p:cNvSpPr>
          <p:nvPr>
            <p:ph type="title"/>
          </p:nvPr>
        </p:nvSpPr>
        <p:spPr>
          <a:xfrm>
            <a:off x="228600" y="228600"/>
            <a:ext cx="8686800" cy="572700"/>
          </a:xfrm>
          <a:prstGeom prst="rect">
            <a:avLst/>
          </a:prstGeom>
          <a:ln>
            <a:noFill/>
          </a:ln>
        </p:spPr>
        <p:txBody>
          <a:bodyPr spcFirstLastPara="1" wrap="square" lIns="91425" tIns="91425" rIns="91425" bIns="91425" anchor="t" anchorCtr="0">
            <a:noAutofit/>
          </a:bodyPr>
          <a:lstStyle>
            <a:lvl1pPr lvl="0" algn="r">
              <a:spcBef>
                <a:spcPts val="0"/>
              </a:spcBef>
              <a:spcAft>
                <a:spcPts val="0"/>
              </a:spcAft>
              <a:buSzPts val="2600"/>
              <a:buNone/>
              <a:defRPr sz="2600"/>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a:endParaRPr/>
          </a:p>
        </p:txBody>
      </p:sp>
      <p:sp>
        <p:nvSpPr>
          <p:cNvPr id="49" name="Google Shape;49;p5"/>
          <p:cNvSpPr>
            <a:spLocks noGrp="1"/>
          </p:cNvSpPr>
          <p:nvPr>
            <p:ph type="pic" idx="5"/>
          </p:nvPr>
        </p:nvSpPr>
        <p:spPr>
          <a:xfrm>
            <a:off x="5319600" y="1350900"/>
            <a:ext cx="3595500" cy="3564000"/>
          </a:xfrm>
          <a:prstGeom prst="rect">
            <a:avLst/>
          </a:prstGeom>
          <a:noFill/>
          <a:ln>
            <a:noFill/>
          </a:ln>
        </p:spPr>
      </p:sp>
    </p:spTree>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0"/>
        <p:cNvGrpSpPr/>
        <p:nvPr/>
      </p:nvGrpSpPr>
      <p:grpSpPr>
        <a:xfrm>
          <a:off x="0" y="0"/>
          <a:ext cx="0" cy="0"/>
          <a:chOff x="0" y="0"/>
          <a:chExt cx="0" cy="0"/>
        </a:xfrm>
      </p:grpSpPr>
      <p:grpSp>
        <p:nvGrpSpPr>
          <p:cNvPr id="51" name="Google Shape;51;p6"/>
          <p:cNvGrpSpPr/>
          <p:nvPr/>
        </p:nvGrpSpPr>
        <p:grpSpPr>
          <a:xfrm>
            <a:off x="100" y="0"/>
            <a:ext cx="9144000" cy="228600"/>
            <a:chOff x="100" y="0"/>
            <a:chExt cx="9144000" cy="228600"/>
          </a:xfrm>
        </p:grpSpPr>
        <p:sp>
          <p:nvSpPr>
            <p:cNvPr id="52" name="Google Shape;52;p6"/>
            <p:cNvSpPr/>
            <p:nvPr/>
          </p:nvSpPr>
          <p:spPr>
            <a:xfrm>
              <a:off x="100" y="0"/>
              <a:ext cx="9144000" cy="2286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nvGrpSpPr>
            <p:cNvPr id="53" name="Google Shape;53;p6"/>
            <p:cNvGrpSpPr/>
            <p:nvPr/>
          </p:nvGrpSpPr>
          <p:grpSpPr>
            <a:xfrm>
              <a:off x="228600" y="75300"/>
              <a:ext cx="339251" cy="78000"/>
              <a:chOff x="228600" y="75300"/>
              <a:chExt cx="339251" cy="78000"/>
            </a:xfrm>
          </p:grpSpPr>
          <p:sp>
            <p:nvSpPr>
              <p:cNvPr id="54" name="Google Shape;54;p6"/>
              <p:cNvSpPr/>
              <p:nvPr/>
            </p:nvSpPr>
            <p:spPr>
              <a:xfrm>
                <a:off x="228600" y="75300"/>
                <a:ext cx="78000" cy="78000"/>
              </a:xfrm>
              <a:prstGeom prst="ellipse">
                <a:avLst/>
              </a:prstGeom>
              <a:solidFill>
                <a:schemeClr val="lt1"/>
              </a:solidFill>
              <a:ln>
                <a:noFill/>
              </a:ln>
            </p:spPr>
            <p:txBody>
              <a:bodyPr spcFirstLastPara="1" wrap="square" lIns="32550" tIns="32550" rIns="32550" bIns="32550" anchor="ctr" anchorCtr="0">
                <a:noAutofit/>
              </a:bodyPr>
              <a:lstStyle/>
              <a:p>
                <a:pPr marL="0" lvl="0" indent="0" algn="ctr" rtl="0">
                  <a:spcBef>
                    <a:spcPts val="0"/>
                  </a:spcBef>
                  <a:spcAft>
                    <a:spcPts val="0"/>
                  </a:spcAft>
                  <a:buNone/>
                </a:pPr>
                <a:endParaRPr sz="498">
                  <a:latin typeface="Lato"/>
                  <a:ea typeface="Lato"/>
                  <a:cs typeface="Lato"/>
                  <a:sym typeface="Lato"/>
                </a:endParaRPr>
              </a:p>
            </p:txBody>
          </p:sp>
          <p:sp>
            <p:nvSpPr>
              <p:cNvPr id="55" name="Google Shape;55;p6"/>
              <p:cNvSpPr/>
              <p:nvPr/>
            </p:nvSpPr>
            <p:spPr>
              <a:xfrm>
                <a:off x="359226" y="75300"/>
                <a:ext cx="78000" cy="78000"/>
              </a:xfrm>
              <a:prstGeom prst="ellipse">
                <a:avLst/>
              </a:prstGeom>
              <a:solidFill>
                <a:schemeClr val="lt1"/>
              </a:solidFill>
              <a:ln>
                <a:noFill/>
              </a:ln>
            </p:spPr>
            <p:txBody>
              <a:bodyPr spcFirstLastPara="1" wrap="square" lIns="32550" tIns="32550" rIns="32550" bIns="32550" anchor="ctr" anchorCtr="0">
                <a:noAutofit/>
              </a:bodyPr>
              <a:lstStyle/>
              <a:p>
                <a:pPr marL="0" lvl="0" indent="0" algn="ctr" rtl="0">
                  <a:spcBef>
                    <a:spcPts val="0"/>
                  </a:spcBef>
                  <a:spcAft>
                    <a:spcPts val="0"/>
                  </a:spcAft>
                  <a:buNone/>
                </a:pPr>
                <a:endParaRPr sz="498">
                  <a:latin typeface="Lato"/>
                  <a:ea typeface="Lato"/>
                  <a:cs typeface="Lato"/>
                  <a:sym typeface="Lato"/>
                </a:endParaRPr>
              </a:p>
            </p:txBody>
          </p:sp>
          <p:sp>
            <p:nvSpPr>
              <p:cNvPr id="56" name="Google Shape;56;p6"/>
              <p:cNvSpPr/>
              <p:nvPr/>
            </p:nvSpPr>
            <p:spPr>
              <a:xfrm>
                <a:off x="489851" y="75300"/>
                <a:ext cx="78000" cy="78000"/>
              </a:xfrm>
              <a:prstGeom prst="ellipse">
                <a:avLst/>
              </a:prstGeom>
              <a:solidFill>
                <a:schemeClr val="lt1"/>
              </a:solidFill>
              <a:ln>
                <a:noFill/>
              </a:ln>
            </p:spPr>
            <p:txBody>
              <a:bodyPr spcFirstLastPara="1" wrap="square" lIns="32550" tIns="32550" rIns="32550" bIns="32550" anchor="ctr" anchorCtr="0">
                <a:noAutofit/>
              </a:bodyPr>
              <a:lstStyle/>
              <a:p>
                <a:pPr marL="0" lvl="0" indent="0" algn="ctr" rtl="0">
                  <a:spcBef>
                    <a:spcPts val="0"/>
                  </a:spcBef>
                  <a:spcAft>
                    <a:spcPts val="0"/>
                  </a:spcAft>
                  <a:buNone/>
                </a:pPr>
                <a:endParaRPr sz="498">
                  <a:latin typeface="Lato"/>
                  <a:ea typeface="Lato"/>
                  <a:cs typeface="Lato"/>
                  <a:sym typeface="Lato"/>
                </a:endParaRPr>
              </a:p>
            </p:txBody>
          </p:sp>
        </p:grpSp>
      </p:grpSp>
      <p:sp>
        <p:nvSpPr>
          <p:cNvPr id="57" name="Google Shape;57;p6"/>
          <p:cNvSpPr txBox="1">
            <a:spLocks noGrp="1"/>
          </p:cNvSpPr>
          <p:nvPr>
            <p:ph type="title"/>
          </p:nvPr>
        </p:nvSpPr>
        <p:spPr>
          <a:xfrm>
            <a:off x="228600" y="228600"/>
            <a:ext cx="8686800" cy="572700"/>
          </a:xfrm>
          <a:prstGeom prst="rect">
            <a:avLst/>
          </a:prstGeom>
          <a:ln>
            <a:noFill/>
          </a:ln>
        </p:spPr>
        <p:txBody>
          <a:bodyPr spcFirstLastPara="1" wrap="square" lIns="91425" tIns="91425" rIns="91425" bIns="91425" anchor="t" anchorCtr="0">
            <a:noAutofit/>
          </a:bodyPr>
          <a:lstStyle>
            <a:lvl1pPr lvl="0" algn="r">
              <a:spcBef>
                <a:spcPts val="0"/>
              </a:spcBef>
              <a:spcAft>
                <a:spcPts val="0"/>
              </a:spcAft>
              <a:buSzPts val="2600"/>
              <a:buNone/>
              <a:defRPr sz="2600"/>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a:endParaRPr/>
          </a:p>
        </p:txBody>
      </p:sp>
    </p:spTree>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8"/>
        <p:cNvGrpSpPr/>
        <p:nvPr/>
      </p:nvGrpSpPr>
      <p:grpSpPr>
        <a:xfrm>
          <a:off x="0" y="0"/>
          <a:ext cx="0" cy="0"/>
          <a:chOff x="0" y="0"/>
          <a:chExt cx="0" cy="0"/>
        </a:xfrm>
      </p:grpSpPr>
      <p:grpSp>
        <p:nvGrpSpPr>
          <p:cNvPr id="59" name="Google Shape;59;p7"/>
          <p:cNvGrpSpPr/>
          <p:nvPr/>
        </p:nvGrpSpPr>
        <p:grpSpPr>
          <a:xfrm>
            <a:off x="100" y="0"/>
            <a:ext cx="9144000" cy="228600"/>
            <a:chOff x="100" y="0"/>
            <a:chExt cx="9144000" cy="228600"/>
          </a:xfrm>
        </p:grpSpPr>
        <p:sp>
          <p:nvSpPr>
            <p:cNvPr id="60" name="Google Shape;60;p7"/>
            <p:cNvSpPr/>
            <p:nvPr/>
          </p:nvSpPr>
          <p:spPr>
            <a:xfrm>
              <a:off x="100" y="0"/>
              <a:ext cx="9144000" cy="2286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nvGrpSpPr>
            <p:cNvPr id="61" name="Google Shape;61;p7"/>
            <p:cNvGrpSpPr/>
            <p:nvPr/>
          </p:nvGrpSpPr>
          <p:grpSpPr>
            <a:xfrm>
              <a:off x="228600" y="75300"/>
              <a:ext cx="339251" cy="78000"/>
              <a:chOff x="228600" y="75300"/>
              <a:chExt cx="339251" cy="78000"/>
            </a:xfrm>
          </p:grpSpPr>
          <p:sp>
            <p:nvSpPr>
              <p:cNvPr id="62" name="Google Shape;62;p7"/>
              <p:cNvSpPr/>
              <p:nvPr/>
            </p:nvSpPr>
            <p:spPr>
              <a:xfrm>
                <a:off x="228600" y="75300"/>
                <a:ext cx="78000" cy="78000"/>
              </a:xfrm>
              <a:prstGeom prst="ellipse">
                <a:avLst/>
              </a:prstGeom>
              <a:solidFill>
                <a:schemeClr val="lt1"/>
              </a:solidFill>
              <a:ln>
                <a:noFill/>
              </a:ln>
            </p:spPr>
            <p:txBody>
              <a:bodyPr spcFirstLastPara="1" wrap="square" lIns="32550" tIns="32550" rIns="32550" bIns="32550" anchor="ctr" anchorCtr="0">
                <a:noAutofit/>
              </a:bodyPr>
              <a:lstStyle/>
              <a:p>
                <a:pPr marL="0" lvl="0" indent="0" algn="ctr" rtl="0">
                  <a:spcBef>
                    <a:spcPts val="0"/>
                  </a:spcBef>
                  <a:spcAft>
                    <a:spcPts val="0"/>
                  </a:spcAft>
                  <a:buNone/>
                </a:pPr>
                <a:endParaRPr sz="498">
                  <a:latin typeface="Lato"/>
                  <a:ea typeface="Lato"/>
                  <a:cs typeface="Lato"/>
                  <a:sym typeface="Lato"/>
                </a:endParaRPr>
              </a:p>
            </p:txBody>
          </p:sp>
          <p:sp>
            <p:nvSpPr>
              <p:cNvPr id="63" name="Google Shape;63;p7"/>
              <p:cNvSpPr/>
              <p:nvPr/>
            </p:nvSpPr>
            <p:spPr>
              <a:xfrm>
                <a:off x="359226" y="75300"/>
                <a:ext cx="78000" cy="78000"/>
              </a:xfrm>
              <a:prstGeom prst="ellipse">
                <a:avLst/>
              </a:prstGeom>
              <a:solidFill>
                <a:schemeClr val="lt1"/>
              </a:solidFill>
              <a:ln>
                <a:noFill/>
              </a:ln>
            </p:spPr>
            <p:txBody>
              <a:bodyPr spcFirstLastPara="1" wrap="square" lIns="32550" tIns="32550" rIns="32550" bIns="32550" anchor="ctr" anchorCtr="0">
                <a:noAutofit/>
              </a:bodyPr>
              <a:lstStyle/>
              <a:p>
                <a:pPr marL="0" lvl="0" indent="0" algn="ctr" rtl="0">
                  <a:spcBef>
                    <a:spcPts val="0"/>
                  </a:spcBef>
                  <a:spcAft>
                    <a:spcPts val="0"/>
                  </a:spcAft>
                  <a:buNone/>
                </a:pPr>
                <a:endParaRPr sz="498">
                  <a:latin typeface="Lato"/>
                  <a:ea typeface="Lato"/>
                  <a:cs typeface="Lato"/>
                  <a:sym typeface="Lato"/>
                </a:endParaRPr>
              </a:p>
            </p:txBody>
          </p:sp>
          <p:sp>
            <p:nvSpPr>
              <p:cNvPr id="64" name="Google Shape;64;p7"/>
              <p:cNvSpPr/>
              <p:nvPr/>
            </p:nvSpPr>
            <p:spPr>
              <a:xfrm>
                <a:off x="489851" y="75300"/>
                <a:ext cx="78000" cy="78000"/>
              </a:xfrm>
              <a:prstGeom prst="ellipse">
                <a:avLst/>
              </a:prstGeom>
              <a:solidFill>
                <a:schemeClr val="lt1"/>
              </a:solidFill>
              <a:ln>
                <a:noFill/>
              </a:ln>
            </p:spPr>
            <p:txBody>
              <a:bodyPr spcFirstLastPara="1" wrap="square" lIns="32550" tIns="32550" rIns="32550" bIns="32550" anchor="ctr" anchorCtr="0">
                <a:noAutofit/>
              </a:bodyPr>
              <a:lstStyle/>
              <a:p>
                <a:pPr marL="0" lvl="0" indent="0" algn="ctr" rtl="0">
                  <a:spcBef>
                    <a:spcPts val="0"/>
                  </a:spcBef>
                  <a:spcAft>
                    <a:spcPts val="0"/>
                  </a:spcAft>
                  <a:buNone/>
                </a:pPr>
                <a:endParaRPr sz="498">
                  <a:latin typeface="Lato"/>
                  <a:ea typeface="Lato"/>
                  <a:cs typeface="Lato"/>
                  <a:sym typeface="Lato"/>
                </a:endParaRPr>
              </a:p>
            </p:txBody>
          </p:sp>
        </p:grpSp>
      </p:grpSp>
      <p:sp>
        <p:nvSpPr>
          <p:cNvPr id="65" name="Google Shape;65;p7"/>
          <p:cNvSpPr txBox="1">
            <a:spLocks noGrp="1"/>
          </p:cNvSpPr>
          <p:nvPr>
            <p:ph type="title"/>
          </p:nvPr>
        </p:nvSpPr>
        <p:spPr>
          <a:xfrm>
            <a:off x="228600" y="228600"/>
            <a:ext cx="3998400" cy="1445700"/>
          </a:xfrm>
          <a:prstGeom prst="rect">
            <a:avLst/>
          </a:prstGeom>
          <a:ln>
            <a:noFill/>
          </a:ln>
        </p:spPr>
        <p:txBody>
          <a:bodyPr spcFirstLastPara="1" wrap="square" lIns="91425" tIns="91425" rIns="91425" bIns="91425" anchor="t" anchorCtr="0">
            <a:noAutofit/>
          </a:bodyPr>
          <a:lstStyle>
            <a:lvl1pPr lvl="0">
              <a:spcBef>
                <a:spcPts val="0"/>
              </a:spcBef>
              <a:spcAft>
                <a:spcPts val="0"/>
              </a:spcAft>
              <a:buSzPts val="2600"/>
              <a:buNone/>
              <a:defRPr sz="2600"/>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a:endParaRPr/>
          </a:p>
        </p:txBody>
      </p:sp>
      <p:sp>
        <p:nvSpPr>
          <p:cNvPr id="66" name="Google Shape;66;p7"/>
          <p:cNvSpPr txBox="1">
            <a:spLocks noGrp="1"/>
          </p:cNvSpPr>
          <p:nvPr>
            <p:ph type="body" idx="1"/>
          </p:nvPr>
        </p:nvSpPr>
        <p:spPr>
          <a:xfrm>
            <a:off x="1609625" y="2066125"/>
            <a:ext cx="3824100" cy="2532600"/>
          </a:xfrm>
          <a:prstGeom prst="rect">
            <a:avLst/>
          </a:prstGeom>
        </p:spPr>
        <p:txBody>
          <a:bodyPr spcFirstLastPara="1" wrap="square" lIns="91425" tIns="91425" rIns="91425" bIns="91425" anchor="t" anchorCtr="0">
            <a:noAutofit/>
          </a:bodyPr>
          <a:lstStyle>
            <a:lvl1pPr marL="457200" lvl="0" indent="-317500">
              <a:lnSpc>
                <a:spcPct val="100000"/>
              </a:lnSpc>
              <a:spcBef>
                <a:spcPts val="0"/>
              </a:spcBef>
              <a:spcAft>
                <a:spcPts val="0"/>
              </a:spcAft>
              <a:buSzPts val="1400"/>
              <a:buChar char="●"/>
              <a:defRPr sz="1400"/>
            </a:lvl1pPr>
            <a:lvl2pPr marL="914400" lvl="1" indent="-317500">
              <a:lnSpc>
                <a:spcPct val="115000"/>
              </a:lnSpc>
              <a:spcBef>
                <a:spcPts val="0"/>
              </a:spcBef>
              <a:spcAft>
                <a:spcPts val="0"/>
              </a:spcAft>
              <a:buSzPts val="1400"/>
              <a:buChar char="○"/>
              <a:defRPr/>
            </a:lvl2pPr>
            <a:lvl3pPr marL="1371600" lvl="2" indent="-317500">
              <a:lnSpc>
                <a:spcPct val="115000"/>
              </a:lnSpc>
              <a:spcBef>
                <a:spcPts val="0"/>
              </a:spcBef>
              <a:spcAft>
                <a:spcPts val="0"/>
              </a:spcAft>
              <a:buSzPts val="1400"/>
              <a:buChar char="■"/>
              <a:defRPr/>
            </a:lvl3pPr>
            <a:lvl4pPr marL="1828800" lvl="3" indent="-317500">
              <a:lnSpc>
                <a:spcPct val="115000"/>
              </a:lnSpc>
              <a:spcBef>
                <a:spcPts val="0"/>
              </a:spcBef>
              <a:spcAft>
                <a:spcPts val="0"/>
              </a:spcAft>
              <a:buSzPts val="1400"/>
              <a:buChar char="●"/>
              <a:defRPr/>
            </a:lvl4pPr>
            <a:lvl5pPr marL="2286000" lvl="4" indent="-317500">
              <a:lnSpc>
                <a:spcPct val="115000"/>
              </a:lnSpc>
              <a:spcBef>
                <a:spcPts val="0"/>
              </a:spcBef>
              <a:spcAft>
                <a:spcPts val="0"/>
              </a:spcAft>
              <a:buSzPts val="1400"/>
              <a:buChar char="○"/>
              <a:defRPr/>
            </a:lvl5pPr>
            <a:lvl6pPr marL="2743200" lvl="5" indent="-317500">
              <a:lnSpc>
                <a:spcPct val="115000"/>
              </a:lnSpc>
              <a:spcBef>
                <a:spcPts val="0"/>
              </a:spcBef>
              <a:spcAft>
                <a:spcPts val="0"/>
              </a:spcAft>
              <a:buSzPts val="1400"/>
              <a:buChar char="■"/>
              <a:defRPr/>
            </a:lvl6pPr>
            <a:lvl7pPr marL="3200400" lvl="6" indent="-317500">
              <a:lnSpc>
                <a:spcPct val="115000"/>
              </a:lnSpc>
              <a:spcBef>
                <a:spcPts val="0"/>
              </a:spcBef>
              <a:spcAft>
                <a:spcPts val="0"/>
              </a:spcAft>
              <a:buSzPts val="1400"/>
              <a:buChar char="●"/>
              <a:defRPr/>
            </a:lvl7pPr>
            <a:lvl8pPr marL="3657600" lvl="7" indent="-317500">
              <a:lnSpc>
                <a:spcPct val="115000"/>
              </a:lnSpc>
              <a:spcBef>
                <a:spcPts val="0"/>
              </a:spcBef>
              <a:spcAft>
                <a:spcPts val="0"/>
              </a:spcAft>
              <a:buSzPts val="1400"/>
              <a:buChar char="○"/>
              <a:defRPr/>
            </a:lvl8pPr>
            <a:lvl9pPr marL="4114800" lvl="8" indent="-317500">
              <a:lnSpc>
                <a:spcPct val="115000"/>
              </a:lnSpc>
              <a:spcBef>
                <a:spcPts val="0"/>
              </a:spcBef>
              <a:spcAft>
                <a:spcPts val="0"/>
              </a:spcAft>
              <a:buSzPts val="1400"/>
              <a:buChar char="■"/>
              <a:defRPr/>
            </a:lvl9pPr>
          </a:lstStyle>
          <a:p>
            <a:endParaRPr/>
          </a:p>
        </p:txBody>
      </p:sp>
      <p:sp>
        <p:nvSpPr>
          <p:cNvPr id="67" name="Google Shape;67;p7"/>
          <p:cNvSpPr>
            <a:spLocks noGrp="1"/>
          </p:cNvSpPr>
          <p:nvPr>
            <p:ph type="pic" idx="2"/>
          </p:nvPr>
        </p:nvSpPr>
        <p:spPr>
          <a:xfrm>
            <a:off x="5715849" y="0"/>
            <a:ext cx="3428100" cy="5143500"/>
          </a:xfrm>
          <a:prstGeom prst="rect">
            <a:avLst/>
          </a:prstGeom>
          <a:noFill/>
          <a:ln>
            <a:noFill/>
          </a:ln>
        </p:spPr>
      </p:sp>
    </p:spTree>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8"/>
        <p:cNvGrpSpPr/>
        <p:nvPr/>
      </p:nvGrpSpPr>
      <p:grpSpPr>
        <a:xfrm>
          <a:off x="0" y="0"/>
          <a:ext cx="0" cy="0"/>
          <a:chOff x="0" y="0"/>
          <a:chExt cx="0" cy="0"/>
        </a:xfrm>
      </p:grpSpPr>
      <p:grpSp>
        <p:nvGrpSpPr>
          <p:cNvPr id="69" name="Google Shape;69;p8"/>
          <p:cNvGrpSpPr/>
          <p:nvPr/>
        </p:nvGrpSpPr>
        <p:grpSpPr>
          <a:xfrm>
            <a:off x="100" y="0"/>
            <a:ext cx="9144000" cy="228600"/>
            <a:chOff x="100" y="0"/>
            <a:chExt cx="9144000" cy="228600"/>
          </a:xfrm>
        </p:grpSpPr>
        <p:sp>
          <p:nvSpPr>
            <p:cNvPr id="70" name="Google Shape;70;p8"/>
            <p:cNvSpPr/>
            <p:nvPr/>
          </p:nvSpPr>
          <p:spPr>
            <a:xfrm>
              <a:off x="100" y="0"/>
              <a:ext cx="9144000" cy="2286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nvGrpSpPr>
            <p:cNvPr id="71" name="Google Shape;71;p8"/>
            <p:cNvGrpSpPr/>
            <p:nvPr/>
          </p:nvGrpSpPr>
          <p:grpSpPr>
            <a:xfrm>
              <a:off x="228600" y="75300"/>
              <a:ext cx="339251" cy="78000"/>
              <a:chOff x="228600" y="75300"/>
              <a:chExt cx="339251" cy="78000"/>
            </a:xfrm>
          </p:grpSpPr>
          <p:sp>
            <p:nvSpPr>
              <p:cNvPr id="72" name="Google Shape;72;p8"/>
              <p:cNvSpPr/>
              <p:nvPr/>
            </p:nvSpPr>
            <p:spPr>
              <a:xfrm>
                <a:off x="228600" y="75300"/>
                <a:ext cx="78000" cy="78000"/>
              </a:xfrm>
              <a:prstGeom prst="ellipse">
                <a:avLst/>
              </a:prstGeom>
              <a:solidFill>
                <a:schemeClr val="lt1"/>
              </a:solidFill>
              <a:ln>
                <a:noFill/>
              </a:ln>
            </p:spPr>
            <p:txBody>
              <a:bodyPr spcFirstLastPara="1" wrap="square" lIns="32550" tIns="32550" rIns="32550" bIns="32550" anchor="ctr" anchorCtr="0">
                <a:noAutofit/>
              </a:bodyPr>
              <a:lstStyle/>
              <a:p>
                <a:pPr marL="0" lvl="0" indent="0" algn="ctr" rtl="0">
                  <a:spcBef>
                    <a:spcPts val="0"/>
                  </a:spcBef>
                  <a:spcAft>
                    <a:spcPts val="0"/>
                  </a:spcAft>
                  <a:buNone/>
                </a:pPr>
                <a:endParaRPr sz="498">
                  <a:latin typeface="Lato"/>
                  <a:ea typeface="Lato"/>
                  <a:cs typeface="Lato"/>
                  <a:sym typeface="Lato"/>
                </a:endParaRPr>
              </a:p>
            </p:txBody>
          </p:sp>
          <p:sp>
            <p:nvSpPr>
              <p:cNvPr id="73" name="Google Shape;73;p8"/>
              <p:cNvSpPr/>
              <p:nvPr/>
            </p:nvSpPr>
            <p:spPr>
              <a:xfrm>
                <a:off x="359226" y="75300"/>
                <a:ext cx="78000" cy="78000"/>
              </a:xfrm>
              <a:prstGeom prst="ellipse">
                <a:avLst/>
              </a:prstGeom>
              <a:solidFill>
                <a:schemeClr val="lt1"/>
              </a:solidFill>
              <a:ln>
                <a:noFill/>
              </a:ln>
            </p:spPr>
            <p:txBody>
              <a:bodyPr spcFirstLastPara="1" wrap="square" lIns="32550" tIns="32550" rIns="32550" bIns="32550" anchor="ctr" anchorCtr="0">
                <a:noAutofit/>
              </a:bodyPr>
              <a:lstStyle/>
              <a:p>
                <a:pPr marL="0" lvl="0" indent="0" algn="ctr" rtl="0">
                  <a:spcBef>
                    <a:spcPts val="0"/>
                  </a:spcBef>
                  <a:spcAft>
                    <a:spcPts val="0"/>
                  </a:spcAft>
                  <a:buNone/>
                </a:pPr>
                <a:endParaRPr sz="498">
                  <a:latin typeface="Lato"/>
                  <a:ea typeface="Lato"/>
                  <a:cs typeface="Lato"/>
                  <a:sym typeface="Lato"/>
                </a:endParaRPr>
              </a:p>
            </p:txBody>
          </p:sp>
          <p:sp>
            <p:nvSpPr>
              <p:cNvPr id="74" name="Google Shape;74;p8"/>
              <p:cNvSpPr/>
              <p:nvPr/>
            </p:nvSpPr>
            <p:spPr>
              <a:xfrm>
                <a:off x="489851" y="75300"/>
                <a:ext cx="78000" cy="78000"/>
              </a:xfrm>
              <a:prstGeom prst="ellipse">
                <a:avLst/>
              </a:prstGeom>
              <a:solidFill>
                <a:schemeClr val="lt1"/>
              </a:solidFill>
              <a:ln>
                <a:noFill/>
              </a:ln>
            </p:spPr>
            <p:txBody>
              <a:bodyPr spcFirstLastPara="1" wrap="square" lIns="32550" tIns="32550" rIns="32550" bIns="32550" anchor="ctr" anchorCtr="0">
                <a:noAutofit/>
              </a:bodyPr>
              <a:lstStyle/>
              <a:p>
                <a:pPr marL="0" lvl="0" indent="0" algn="ctr" rtl="0">
                  <a:spcBef>
                    <a:spcPts val="0"/>
                  </a:spcBef>
                  <a:spcAft>
                    <a:spcPts val="0"/>
                  </a:spcAft>
                  <a:buNone/>
                </a:pPr>
                <a:endParaRPr sz="498">
                  <a:latin typeface="Lato"/>
                  <a:ea typeface="Lato"/>
                  <a:cs typeface="Lato"/>
                  <a:sym typeface="Lato"/>
                </a:endParaRPr>
              </a:p>
            </p:txBody>
          </p:sp>
        </p:grpSp>
      </p:grpSp>
      <p:sp>
        <p:nvSpPr>
          <p:cNvPr id="75" name="Google Shape;75;p8"/>
          <p:cNvSpPr txBox="1">
            <a:spLocks noGrp="1"/>
          </p:cNvSpPr>
          <p:nvPr>
            <p:ph type="title"/>
          </p:nvPr>
        </p:nvSpPr>
        <p:spPr>
          <a:xfrm>
            <a:off x="1388100" y="1307100"/>
            <a:ext cx="6367800" cy="2529300"/>
          </a:xfrm>
          <a:prstGeom prst="rect">
            <a:avLst/>
          </a:prstGeom>
          <a:ln>
            <a:noFill/>
          </a:ln>
        </p:spPr>
        <p:txBody>
          <a:bodyPr spcFirstLastPara="1" wrap="square" lIns="91425" tIns="91425" rIns="91425" bIns="91425" anchor="ctr" anchorCtr="0">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spTree>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6"/>
        <p:cNvGrpSpPr/>
        <p:nvPr/>
      </p:nvGrpSpPr>
      <p:grpSpPr>
        <a:xfrm>
          <a:off x="0" y="0"/>
          <a:ext cx="0" cy="0"/>
          <a:chOff x="0" y="0"/>
          <a:chExt cx="0" cy="0"/>
        </a:xfrm>
      </p:grpSpPr>
      <p:grpSp>
        <p:nvGrpSpPr>
          <p:cNvPr id="77" name="Google Shape;77;p9"/>
          <p:cNvGrpSpPr/>
          <p:nvPr/>
        </p:nvGrpSpPr>
        <p:grpSpPr>
          <a:xfrm>
            <a:off x="100" y="0"/>
            <a:ext cx="9144000" cy="228600"/>
            <a:chOff x="100" y="0"/>
            <a:chExt cx="9144000" cy="228600"/>
          </a:xfrm>
        </p:grpSpPr>
        <p:sp>
          <p:nvSpPr>
            <p:cNvPr id="78" name="Google Shape;78;p9"/>
            <p:cNvSpPr/>
            <p:nvPr/>
          </p:nvSpPr>
          <p:spPr>
            <a:xfrm>
              <a:off x="100" y="0"/>
              <a:ext cx="9144000" cy="2286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nvGrpSpPr>
            <p:cNvPr id="79" name="Google Shape;79;p9"/>
            <p:cNvGrpSpPr/>
            <p:nvPr/>
          </p:nvGrpSpPr>
          <p:grpSpPr>
            <a:xfrm>
              <a:off x="228600" y="75300"/>
              <a:ext cx="339251" cy="78000"/>
              <a:chOff x="228600" y="75300"/>
              <a:chExt cx="339251" cy="78000"/>
            </a:xfrm>
          </p:grpSpPr>
          <p:sp>
            <p:nvSpPr>
              <p:cNvPr id="80" name="Google Shape;80;p9"/>
              <p:cNvSpPr/>
              <p:nvPr/>
            </p:nvSpPr>
            <p:spPr>
              <a:xfrm>
                <a:off x="228600" y="75300"/>
                <a:ext cx="78000" cy="78000"/>
              </a:xfrm>
              <a:prstGeom prst="ellipse">
                <a:avLst/>
              </a:prstGeom>
              <a:solidFill>
                <a:schemeClr val="lt1"/>
              </a:solidFill>
              <a:ln>
                <a:noFill/>
              </a:ln>
            </p:spPr>
            <p:txBody>
              <a:bodyPr spcFirstLastPara="1" wrap="square" lIns="32550" tIns="32550" rIns="32550" bIns="32550" anchor="ctr" anchorCtr="0">
                <a:noAutofit/>
              </a:bodyPr>
              <a:lstStyle/>
              <a:p>
                <a:pPr marL="0" lvl="0" indent="0" algn="ctr" rtl="0">
                  <a:spcBef>
                    <a:spcPts val="0"/>
                  </a:spcBef>
                  <a:spcAft>
                    <a:spcPts val="0"/>
                  </a:spcAft>
                  <a:buNone/>
                </a:pPr>
                <a:endParaRPr sz="498">
                  <a:latin typeface="Lato"/>
                  <a:ea typeface="Lato"/>
                  <a:cs typeface="Lato"/>
                  <a:sym typeface="Lato"/>
                </a:endParaRPr>
              </a:p>
            </p:txBody>
          </p:sp>
          <p:sp>
            <p:nvSpPr>
              <p:cNvPr id="81" name="Google Shape;81;p9"/>
              <p:cNvSpPr/>
              <p:nvPr/>
            </p:nvSpPr>
            <p:spPr>
              <a:xfrm>
                <a:off x="359226" y="75300"/>
                <a:ext cx="78000" cy="78000"/>
              </a:xfrm>
              <a:prstGeom prst="ellipse">
                <a:avLst/>
              </a:prstGeom>
              <a:solidFill>
                <a:schemeClr val="lt1"/>
              </a:solidFill>
              <a:ln>
                <a:noFill/>
              </a:ln>
            </p:spPr>
            <p:txBody>
              <a:bodyPr spcFirstLastPara="1" wrap="square" lIns="32550" tIns="32550" rIns="32550" bIns="32550" anchor="ctr" anchorCtr="0">
                <a:noAutofit/>
              </a:bodyPr>
              <a:lstStyle/>
              <a:p>
                <a:pPr marL="0" lvl="0" indent="0" algn="ctr" rtl="0">
                  <a:spcBef>
                    <a:spcPts val="0"/>
                  </a:spcBef>
                  <a:spcAft>
                    <a:spcPts val="0"/>
                  </a:spcAft>
                  <a:buNone/>
                </a:pPr>
                <a:endParaRPr sz="498">
                  <a:latin typeface="Lato"/>
                  <a:ea typeface="Lato"/>
                  <a:cs typeface="Lato"/>
                  <a:sym typeface="Lato"/>
                </a:endParaRPr>
              </a:p>
            </p:txBody>
          </p:sp>
          <p:sp>
            <p:nvSpPr>
              <p:cNvPr id="82" name="Google Shape;82;p9"/>
              <p:cNvSpPr/>
              <p:nvPr/>
            </p:nvSpPr>
            <p:spPr>
              <a:xfrm>
                <a:off x="489851" y="75300"/>
                <a:ext cx="78000" cy="78000"/>
              </a:xfrm>
              <a:prstGeom prst="ellipse">
                <a:avLst/>
              </a:prstGeom>
              <a:solidFill>
                <a:schemeClr val="lt1"/>
              </a:solidFill>
              <a:ln>
                <a:noFill/>
              </a:ln>
            </p:spPr>
            <p:txBody>
              <a:bodyPr spcFirstLastPara="1" wrap="square" lIns="32550" tIns="32550" rIns="32550" bIns="32550" anchor="ctr" anchorCtr="0">
                <a:noAutofit/>
              </a:bodyPr>
              <a:lstStyle/>
              <a:p>
                <a:pPr marL="0" lvl="0" indent="0" algn="ctr" rtl="0">
                  <a:spcBef>
                    <a:spcPts val="0"/>
                  </a:spcBef>
                  <a:spcAft>
                    <a:spcPts val="0"/>
                  </a:spcAft>
                  <a:buNone/>
                </a:pPr>
                <a:endParaRPr sz="498">
                  <a:latin typeface="Lato"/>
                  <a:ea typeface="Lato"/>
                  <a:cs typeface="Lato"/>
                  <a:sym typeface="Lato"/>
                </a:endParaRPr>
              </a:p>
            </p:txBody>
          </p:sp>
        </p:grpSp>
      </p:grpSp>
      <p:sp>
        <p:nvSpPr>
          <p:cNvPr id="83" name="Google Shape;83;p9"/>
          <p:cNvSpPr txBox="1">
            <a:spLocks noGrp="1"/>
          </p:cNvSpPr>
          <p:nvPr>
            <p:ph type="subTitle" idx="1"/>
          </p:nvPr>
        </p:nvSpPr>
        <p:spPr>
          <a:xfrm>
            <a:off x="720064" y="1580125"/>
            <a:ext cx="3597000" cy="2389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a:endParaRPr/>
          </a:p>
        </p:txBody>
      </p:sp>
      <p:sp>
        <p:nvSpPr>
          <p:cNvPr id="84" name="Google Shape;84;p9"/>
          <p:cNvSpPr txBox="1">
            <a:spLocks noGrp="1"/>
          </p:cNvSpPr>
          <p:nvPr>
            <p:ph type="title"/>
          </p:nvPr>
        </p:nvSpPr>
        <p:spPr>
          <a:xfrm>
            <a:off x="720000" y="445025"/>
            <a:ext cx="7704000" cy="572700"/>
          </a:xfrm>
          <a:prstGeom prst="rect">
            <a:avLst/>
          </a:prstGeom>
          <a:ln>
            <a:noFill/>
          </a:ln>
        </p:spPr>
        <p:txBody>
          <a:bodyPr spcFirstLastPara="1" wrap="square" lIns="91425" tIns="91425" rIns="91425" bIns="91425" anchor="t" anchorCtr="0">
            <a:noAutofit/>
          </a:bodyPr>
          <a:lstStyle>
            <a:lvl1pPr lvl="0" algn="ctr">
              <a:spcBef>
                <a:spcPts val="0"/>
              </a:spcBef>
              <a:spcAft>
                <a:spcPts val="0"/>
              </a:spcAft>
              <a:buSzPts val="2600"/>
              <a:buNone/>
              <a:defRPr sz="2600"/>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a:endParaRPr/>
          </a:p>
        </p:txBody>
      </p:sp>
      <p:sp>
        <p:nvSpPr>
          <p:cNvPr id="85" name="Google Shape;85;p9"/>
          <p:cNvSpPr txBox="1">
            <a:spLocks noGrp="1"/>
          </p:cNvSpPr>
          <p:nvPr>
            <p:ph type="subTitle" idx="2"/>
          </p:nvPr>
        </p:nvSpPr>
        <p:spPr>
          <a:xfrm>
            <a:off x="4826936" y="1580125"/>
            <a:ext cx="3597000" cy="2389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a:endParaRPr/>
          </a:p>
        </p:txBody>
      </p:sp>
    </p:spTree>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
        <p:cNvGrpSpPr/>
        <p:nvPr/>
      </p:nvGrpSpPr>
      <p:grpSpPr>
        <a:xfrm>
          <a:off x="0" y="0"/>
          <a:ext cx="0" cy="0"/>
          <a:chOff x="0" y="0"/>
          <a:chExt cx="0" cy="0"/>
        </a:xfrm>
      </p:grpSpPr>
      <p:sp>
        <p:nvSpPr>
          <p:cNvPr id="87" name="Google Shape;87;p10"/>
          <p:cNvSpPr>
            <a:spLocks noGrp="1"/>
          </p:cNvSpPr>
          <p:nvPr>
            <p:ph type="pic" idx="2"/>
          </p:nvPr>
        </p:nvSpPr>
        <p:spPr>
          <a:xfrm>
            <a:off x="0" y="0"/>
            <a:ext cx="9144000" cy="5143500"/>
          </a:xfrm>
          <a:prstGeom prst="rect">
            <a:avLst/>
          </a:prstGeom>
          <a:noFill/>
          <a:ln>
            <a:noFill/>
          </a:ln>
        </p:spPr>
      </p:sp>
      <p:sp>
        <p:nvSpPr>
          <p:cNvPr id="88" name="Google Shape;88;p10"/>
          <p:cNvSpPr txBox="1">
            <a:spLocks noGrp="1"/>
          </p:cNvSpPr>
          <p:nvPr>
            <p:ph type="title"/>
          </p:nvPr>
        </p:nvSpPr>
        <p:spPr>
          <a:xfrm>
            <a:off x="228600" y="4176000"/>
            <a:ext cx="2658000" cy="738900"/>
          </a:xfrm>
          <a:prstGeom prst="rect">
            <a:avLst/>
          </a:prstGeom>
          <a:solidFill>
            <a:schemeClr val="lt1"/>
          </a:solidFill>
          <a:ln>
            <a:noFill/>
          </a:ln>
        </p:spPr>
        <p:txBody>
          <a:bodyPr spcFirstLastPara="1" wrap="square" lIns="91425" tIns="91425" rIns="91425" bIns="91425" anchor="t" anchorCtr="0">
            <a:noAutofit/>
          </a:bodyPr>
          <a:lstStyle>
            <a:lvl1pPr lvl="0">
              <a:spcBef>
                <a:spcPts val="0"/>
              </a:spcBef>
              <a:spcAft>
                <a:spcPts val="0"/>
              </a:spcAft>
              <a:buSzPts val="2600"/>
              <a:buNone/>
              <a:defRPr sz="1800"/>
            </a:lvl1pPr>
            <a:lvl2pPr lvl="1" algn="ctr">
              <a:spcBef>
                <a:spcPts val="0"/>
              </a:spcBef>
              <a:spcAft>
                <a:spcPts val="0"/>
              </a:spcAft>
              <a:buSzPts val="2600"/>
              <a:buNone/>
              <a:defRPr/>
            </a:lvl2pPr>
            <a:lvl3pPr lvl="2" algn="ctr">
              <a:spcBef>
                <a:spcPts val="0"/>
              </a:spcBef>
              <a:spcAft>
                <a:spcPts val="0"/>
              </a:spcAft>
              <a:buSzPts val="2600"/>
              <a:buNone/>
              <a:defRPr/>
            </a:lvl3pPr>
            <a:lvl4pPr lvl="3" algn="ctr">
              <a:spcBef>
                <a:spcPts val="0"/>
              </a:spcBef>
              <a:spcAft>
                <a:spcPts val="0"/>
              </a:spcAft>
              <a:buSzPts val="2600"/>
              <a:buNone/>
              <a:defRPr/>
            </a:lvl4pPr>
            <a:lvl5pPr lvl="4" algn="ctr">
              <a:spcBef>
                <a:spcPts val="0"/>
              </a:spcBef>
              <a:spcAft>
                <a:spcPts val="0"/>
              </a:spcAft>
              <a:buSzPts val="2600"/>
              <a:buNone/>
              <a:defRPr/>
            </a:lvl5pPr>
            <a:lvl6pPr lvl="5" algn="ctr">
              <a:spcBef>
                <a:spcPts val="0"/>
              </a:spcBef>
              <a:spcAft>
                <a:spcPts val="0"/>
              </a:spcAft>
              <a:buSzPts val="2600"/>
              <a:buNone/>
              <a:defRPr/>
            </a:lvl6pPr>
            <a:lvl7pPr lvl="6" algn="ctr">
              <a:spcBef>
                <a:spcPts val="0"/>
              </a:spcBef>
              <a:spcAft>
                <a:spcPts val="0"/>
              </a:spcAft>
              <a:buSzPts val="2600"/>
              <a:buNone/>
              <a:defRPr/>
            </a:lvl7pPr>
            <a:lvl8pPr lvl="7" algn="ctr">
              <a:spcBef>
                <a:spcPts val="0"/>
              </a:spcBef>
              <a:spcAft>
                <a:spcPts val="0"/>
              </a:spcAft>
              <a:buSzPts val="2600"/>
              <a:buNone/>
              <a:defRPr/>
            </a:lvl8pPr>
            <a:lvl9pPr lvl="8" algn="ctr">
              <a:spcBef>
                <a:spcPts val="0"/>
              </a:spcBef>
              <a:spcAft>
                <a:spcPts val="0"/>
              </a:spcAft>
              <a:buSzPts val="2600"/>
              <a:buNone/>
              <a:defRPr/>
            </a:lvl9pPr>
          </a:lstStyle>
          <a:p>
            <a:endParaRPr/>
          </a:p>
        </p:txBody>
      </p:sp>
    </p:spTree>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9"/>
        <p:cNvGrpSpPr/>
        <p:nvPr/>
      </p:nvGrpSpPr>
      <p:grpSpPr>
        <a:xfrm>
          <a:off x="0" y="0"/>
          <a:ext cx="0" cy="0"/>
          <a:chOff x="0" y="0"/>
          <a:chExt cx="0" cy="0"/>
        </a:xfrm>
      </p:grpSpPr>
      <p:grpSp>
        <p:nvGrpSpPr>
          <p:cNvPr id="90" name="Google Shape;90;p11"/>
          <p:cNvGrpSpPr/>
          <p:nvPr/>
        </p:nvGrpSpPr>
        <p:grpSpPr>
          <a:xfrm>
            <a:off x="100" y="0"/>
            <a:ext cx="9144000" cy="228600"/>
            <a:chOff x="100" y="0"/>
            <a:chExt cx="9144000" cy="228600"/>
          </a:xfrm>
        </p:grpSpPr>
        <p:sp>
          <p:nvSpPr>
            <p:cNvPr id="91" name="Google Shape;91;p11"/>
            <p:cNvSpPr/>
            <p:nvPr/>
          </p:nvSpPr>
          <p:spPr>
            <a:xfrm>
              <a:off x="100" y="0"/>
              <a:ext cx="9144000" cy="2286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nvGrpSpPr>
            <p:cNvPr id="92" name="Google Shape;92;p11"/>
            <p:cNvGrpSpPr/>
            <p:nvPr/>
          </p:nvGrpSpPr>
          <p:grpSpPr>
            <a:xfrm>
              <a:off x="228600" y="75300"/>
              <a:ext cx="339251" cy="78000"/>
              <a:chOff x="228600" y="75300"/>
              <a:chExt cx="339251" cy="78000"/>
            </a:xfrm>
          </p:grpSpPr>
          <p:sp>
            <p:nvSpPr>
              <p:cNvPr id="93" name="Google Shape;93;p11"/>
              <p:cNvSpPr/>
              <p:nvPr/>
            </p:nvSpPr>
            <p:spPr>
              <a:xfrm>
                <a:off x="228600" y="75300"/>
                <a:ext cx="78000" cy="78000"/>
              </a:xfrm>
              <a:prstGeom prst="ellipse">
                <a:avLst/>
              </a:prstGeom>
              <a:solidFill>
                <a:schemeClr val="lt1"/>
              </a:solidFill>
              <a:ln>
                <a:noFill/>
              </a:ln>
            </p:spPr>
            <p:txBody>
              <a:bodyPr spcFirstLastPara="1" wrap="square" lIns="32550" tIns="32550" rIns="32550" bIns="32550" anchor="ctr" anchorCtr="0">
                <a:noAutofit/>
              </a:bodyPr>
              <a:lstStyle/>
              <a:p>
                <a:pPr marL="0" lvl="0" indent="0" algn="ctr" rtl="0">
                  <a:spcBef>
                    <a:spcPts val="0"/>
                  </a:spcBef>
                  <a:spcAft>
                    <a:spcPts val="0"/>
                  </a:spcAft>
                  <a:buNone/>
                </a:pPr>
                <a:endParaRPr sz="498">
                  <a:latin typeface="Lato"/>
                  <a:ea typeface="Lato"/>
                  <a:cs typeface="Lato"/>
                  <a:sym typeface="Lato"/>
                </a:endParaRPr>
              </a:p>
            </p:txBody>
          </p:sp>
          <p:sp>
            <p:nvSpPr>
              <p:cNvPr id="94" name="Google Shape;94;p11"/>
              <p:cNvSpPr/>
              <p:nvPr/>
            </p:nvSpPr>
            <p:spPr>
              <a:xfrm>
                <a:off x="359226" y="75300"/>
                <a:ext cx="78000" cy="78000"/>
              </a:xfrm>
              <a:prstGeom prst="ellipse">
                <a:avLst/>
              </a:prstGeom>
              <a:solidFill>
                <a:schemeClr val="lt1"/>
              </a:solidFill>
              <a:ln>
                <a:noFill/>
              </a:ln>
            </p:spPr>
            <p:txBody>
              <a:bodyPr spcFirstLastPara="1" wrap="square" lIns="32550" tIns="32550" rIns="32550" bIns="32550" anchor="ctr" anchorCtr="0">
                <a:noAutofit/>
              </a:bodyPr>
              <a:lstStyle/>
              <a:p>
                <a:pPr marL="0" lvl="0" indent="0" algn="ctr" rtl="0">
                  <a:spcBef>
                    <a:spcPts val="0"/>
                  </a:spcBef>
                  <a:spcAft>
                    <a:spcPts val="0"/>
                  </a:spcAft>
                  <a:buNone/>
                </a:pPr>
                <a:endParaRPr sz="498">
                  <a:latin typeface="Lato"/>
                  <a:ea typeface="Lato"/>
                  <a:cs typeface="Lato"/>
                  <a:sym typeface="Lato"/>
                </a:endParaRPr>
              </a:p>
            </p:txBody>
          </p:sp>
          <p:sp>
            <p:nvSpPr>
              <p:cNvPr id="95" name="Google Shape;95;p11"/>
              <p:cNvSpPr/>
              <p:nvPr/>
            </p:nvSpPr>
            <p:spPr>
              <a:xfrm>
                <a:off x="489851" y="75300"/>
                <a:ext cx="78000" cy="78000"/>
              </a:xfrm>
              <a:prstGeom prst="ellipse">
                <a:avLst/>
              </a:prstGeom>
              <a:solidFill>
                <a:schemeClr val="lt1"/>
              </a:solidFill>
              <a:ln>
                <a:noFill/>
              </a:ln>
            </p:spPr>
            <p:txBody>
              <a:bodyPr spcFirstLastPara="1" wrap="square" lIns="32550" tIns="32550" rIns="32550" bIns="32550" anchor="ctr" anchorCtr="0">
                <a:noAutofit/>
              </a:bodyPr>
              <a:lstStyle/>
              <a:p>
                <a:pPr marL="0" lvl="0" indent="0" algn="ctr" rtl="0">
                  <a:spcBef>
                    <a:spcPts val="0"/>
                  </a:spcBef>
                  <a:spcAft>
                    <a:spcPts val="0"/>
                  </a:spcAft>
                  <a:buNone/>
                </a:pPr>
                <a:endParaRPr sz="498">
                  <a:latin typeface="Lato"/>
                  <a:ea typeface="Lato"/>
                  <a:cs typeface="Lato"/>
                  <a:sym typeface="Lato"/>
                </a:endParaRPr>
              </a:p>
            </p:txBody>
          </p:sp>
        </p:grpSp>
      </p:grpSp>
      <p:sp>
        <p:nvSpPr>
          <p:cNvPr id="96" name="Google Shape;96;p11"/>
          <p:cNvSpPr txBox="1">
            <a:spLocks noGrp="1"/>
          </p:cNvSpPr>
          <p:nvPr>
            <p:ph type="title" hasCustomPrompt="1"/>
          </p:nvPr>
        </p:nvSpPr>
        <p:spPr>
          <a:xfrm>
            <a:off x="1284000" y="1952850"/>
            <a:ext cx="6576000" cy="7995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6000">
                <a:solidFill>
                  <a:schemeClr val="accen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97" name="Google Shape;97;p11"/>
          <p:cNvSpPr txBox="1">
            <a:spLocks noGrp="1"/>
          </p:cNvSpPr>
          <p:nvPr>
            <p:ph type="subTitle" idx="1"/>
          </p:nvPr>
        </p:nvSpPr>
        <p:spPr>
          <a:xfrm>
            <a:off x="1284000" y="2816250"/>
            <a:ext cx="6576000" cy="374400"/>
          </a:xfrm>
          <a:prstGeom prst="rect">
            <a:avLst/>
          </a:prstGeom>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a:endParaRPr/>
          </a:p>
        </p:txBody>
      </p:sp>
    </p:spTree>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able of contents and description">
  <p:cSld name="BLANK_1_1_1_1_2_1">
    <p:spTree>
      <p:nvGrpSpPr>
        <p:cNvPr id="1" name="Shape 99"/>
        <p:cNvGrpSpPr/>
        <p:nvPr/>
      </p:nvGrpSpPr>
      <p:grpSpPr>
        <a:xfrm>
          <a:off x="0" y="0"/>
          <a:ext cx="0" cy="0"/>
          <a:chOff x="0" y="0"/>
          <a:chExt cx="0" cy="0"/>
        </a:xfrm>
      </p:grpSpPr>
      <p:grpSp>
        <p:nvGrpSpPr>
          <p:cNvPr id="100" name="Google Shape;100;p13"/>
          <p:cNvGrpSpPr/>
          <p:nvPr/>
        </p:nvGrpSpPr>
        <p:grpSpPr>
          <a:xfrm>
            <a:off x="100" y="0"/>
            <a:ext cx="9144000" cy="228600"/>
            <a:chOff x="100" y="0"/>
            <a:chExt cx="9144000" cy="228600"/>
          </a:xfrm>
        </p:grpSpPr>
        <p:sp>
          <p:nvSpPr>
            <p:cNvPr id="101" name="Google Shape;101;p13"/>
            <p:cNvSpPr/>
            <p:nvPr/>
          </p:nvSpPr>
          <p:spPr>
            <a:xfrm>
              <a:off x="100" y="0"/>
              <a:ext cx="9144000" cy="2286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nvGrpSpPr>
            <p:cNvPr id="102" name="Google Shape;102;p13"/>
            <p:cNvGrpSpPr/>
            <p:nvPr/>
          </p:nvGrpSpPr>
          <p:grpSpPr>
            <a:xfrm>
              <a:off x="228600" y="75300"/>
              <a:ext cx="339251" cy="78000"/>
              <a:chOff x="228600" y="75300"/>
              <a:chExt cx="339251" cy="78000"/>
            </a:xfrm>
          </p:grpSpPr>
          <p:sp>
            <p:nvSpPr>
              <p:cNvPr id="103" name="Google Shape;103;p13"/>
              <p:cNvSpPr/>
              <p:nvPr/>
            </p:nvSpPr>
            <p:spPr>
              <a:xfrm>
                <a:off x="228600" y="75300"/>
                <a:ext cx="78000" cy="78000"/>
              </a:xfrm>
              <a:prstGeom prst="ellipse">
                <a:avLst/>
              </a:prstGeom>
              <a:solidFill>
                <a:schemeClr val="lt1"/>
              </a:solidFill>
              <a:ln>
                <a:noFill/>
              </a:ln>
            </p:spPr>
            <p:txBody>
              <a:bodyPr spcFirstLastPara="1" wrap="square" lIns="32550" tIns="32550" rIns="32550" bIns="32550" anchor="ctr" anchorCtr="0">
                <a:noAutofit/>
              </a:bodyPr>
              <a:lstStyle/>
              <a:p>
                <a:pPr marL="0" lvl="0" indent="0" algn="ctr" rtl="0">
                  <a:spcBef>
                    <a:spcPts val="0"/>
                  </a:spcBef>
                  <a:spcAft>
                    <a:spcPts val="0"/>
                  </a:spcAft>
                  <a:buNone/>
                </a:pPr>
                <a:endParaRPr sz="498">
                  <a:latin typeface="Lato"/>
                  <a:ea typeface="Lato"/>
                  <a:cs typeface="Lato"/>
                  <a:sym typeface="Lato"/>
                </a:endParaRPr>
              </a:p>
            </p:txBody>
          </p:sp>
          <p:sp>
            <p:nvSpPr>
              <p:cNvPr id="104" name="Google Shape;104;p13"/>
              <p:cNvSpPr/>
              <p:nvPr/>
            </p:nvSpPr>
            <p:spPr>
              <a:xfrm>
                <a:off x="359226" y="75300"/>
                <a:ext cx="78000" cy="78000"/>
              </a:xfrm>
              <a:prstGeom prst="ellipse">
                <a:avLst/>
              </a:prstGeom>
              <a:solidFill>
                <a:schemeClr val="lt1"/>
              </a:solidFill>
              <a:ln>
                <a:noFill/>
              </a:ln>
            </p:spPr>
            <p:txBody>
              <a:bodyPr spcFirstLastPara="1" wrap="square" lIns="32550" tIns="32550" rIns="32550" bIns="32550" anchor="ctr" anchorCtr="0">
                <a:noAutofit/>
              </a:bodyPr>
              <a:lstStyle/>
              <a:p>
                <a:pPr marL="0" lvl="0" indent="0" algn="ctr" rtl="0">
                  <a:spcBef>
                    <a:spcPts val="0"/>
                  </a:spcBef>
                  <a:spcAft>
                    <a:spcPts val="0"/>
                  </a:spcAft>
                  <a:buNone/>
                </a:pPr>
                <a:endParaRPr sz="498">
                  <a:latin typeface="Lato"/>
                  <a:ea typeface="Lato"/>
                  <a:cs typeface="Lato"/>
                  <a:sym typeface="Lato"/>
                </a:endParaRPr>
              </a:p>
            </p:txBody>
          </p:sp>
          <p:sp>
            <p:nvSpPr>
              <p:cNvPr id="105" name="Google Shape;105;p13"/>
              <p:cNvSpPr/>
              <p:nvPr/>
            </p:nvSpPr>
            <p:spPr>
              <a:xfrm>
                <a:off x="489851" y="75300"/>
                <a:ext cx="78000" cy="78000"/>
              </a:xfrm>
              <a:prstGeom prst="ellipse">
                <a:avLst/>
              </a:prstGeom>
              <a:solidFill>
                <a:schemeClr val="lt1"/>
              </a:solidFill>
              <a:ln>
                <a:noFill/>
              </a:ln>
            </p:spPr>
            <p:txBody>
              <a:bodyPr spcFirstLastPara="1" wrap="square" lIns="32550" tIns="32550" rIns="32550" bIns="32550" anchor="ctr" anchorCtr="0">
                <a:noAutofit/>
              </a:bodyPr>
              <a:lstStyle/>
              <a:p>
                <a:pPr marL="0" lvl="0" indent="0" algn="ctr" rtl="0">
                  <a:spcBef>
                    <a:spcPts val="0"/>
                  </a:spcBef>
                  <a:spcAft>
                    <a:spcPts val="0"/>
                  </a:spcAft>
                  <a:buNone/>
                </a:pPr>
                <a:endParaRPr sz="498">
                  <a:latin typeface="Lato"/>
                  <a:ea typeface="Lato"/>
                  <a:cs typeface="Lato"/>
                  <a:sym typeface="Lato"/>
                </a:endParaRPr>
              </a:p>
            </p:txBody>
          </p:sp>
        </p:grpSp>
      </p:grpSp>
      <p:sp>
        <p:nvSpPr>
          <p:cNvPr id="106" name="Google Shape;106;p13"/>
          <p:cNvSpPr txBox="1">
            <a:spLocks noGrp="1"/>
          </p:cNvSpPr>
          <p:nvPr>
            <p:ph type="title"/>
          </p:nvPr>
        </p:nvSpPr>
        <p:spPr>
          <a:xfrm>
            <a:off x="228600" y="4338900"/>
            <a:ext cx="8686800" cy="576000"/>
          </a:xfrm>
          <a:prstGeom prst="rect">
            <a:avLst/>
          </a:prstGeom>
        </p:spPr>
        <p:txBody>
          <a:bodyPr spcFirstLastPara="1" wrap="square" lIns="91425" tIns="91425" rIns="91425" bIns="91425" anchor="t" anchorCtr="0">
            <a:noAutofit/>
          </a:bodyPr>
          <a:lstStyle>
            <a:lvl1pPr lvl="0">
              <a:spcBef>
                <a:spcPts val="0"/>
              </a:spcBef>
              <a:spcAft>
                <a:spcPts val="0"/>
              </a:spcAft>
              <a:buSzPts val="2600"/>
              <a:buNone/>
              <a:defRPr/>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a:endParaRPr/>
          </a:p>
        </p:txBody>
      </p:sp>
      <p:sp>
        <p:nvSpPr>
          <p:cNvPr id="107" name="Google Shape;107;p13"/>
          <p:cNvSpPr txBox="1">
            <a:spLocks noGrp="1"/>
          </p:cNvSpPr>
          <p:nvPr>
            <p:ph type="subTitle" idx="1"/>
          </p:nvPr>
        </p:nvSpPr>
        <p:spPr>
          <a:xfrm>
            <a:off x="6193193" y="443975"/>
            <a:ext cx="2196600" cy="310800"/>
          </a:xfrm>
          <a:prstGeom prst="rect">
            <a:avLst/>
          </a:prstGeom>
        </p:spPr>
        <p:txBody>
          <a:bodyPr spcFirstLastPara="1" wrap="square" lIns="91425" tIns="91425" rIns="91425" bIns="91425" anchor="ctr" anchorCtr="0">
            <a:noAutofit/>
          </a:bodyPr>
          <a:lstStyle>
            <a:lvl1pPr lvl="0" algn="r">
              <a:spcBef>
                <a:spcPts val="0"/>
              </a:spcBef>
              <a:spcAft>
                <a:spcPts val="0"/>
              </a:spcAft>
              <a:buSzPts val="2000"/>
              <a:buFont typeface="Space Grotesk Light"/>
              <a:buNone/>
              <a:defRPr sz="1600" b="1">
                <a:solidFill>
                  <a:schemeClr val="dk2"/>
                </a:solidFill>
                <a:latin typeface="Space Grotesk"/>
                <a:ea typeface="Space Grotesk"/>
                <a:cs typeface="Space Grotesk"/>
                <a:sym typeface="Space Grotesk"/>
              </a:defRPr>
            </a:lvl1pPr>
            <a:lvl2pPr lvl="1" algn="r">
              <a:spcBef>
                <a:spcPts val="0"/>
              </a:spcBef>
              <a:spcAft>
                <a:spcPts val="0"/>
              </a:spcAft>
              <a:buSzPts val="2000"/>
              <a:buFont typeface="Space Grotesk Light"/>
              <a:buNone/>
              <a:defRPr sz="2000">
                <a:latin typeface="Space Grotesk Light"/>
                <a:ea typeface="Space Grotesk Light"/>
                <a:cs typeface="Space Grotesk Light"/>
                <a:sym typeface="Space Grotesk Light"/>
              </a:defRPr>
            </a:lvl2pPr>
            <a:lvl3pPr lvl="2" algn="r">
              <a:spcBef>
                <a:spcPts val="0"/>
              </a:spcBef>
              <a:spcAft>
                <a:spcPts val="0"/>
              </a:spcAft>
              <a:buSzPts val="2000"/>
              <a:buFont typeface="Space Grotesk Light"/>
              <a:buNone/>
              <a:defRPr sz="2000">
                <a:latin typeface="Space Grotesk Light"/>
                <a:ea typeface="Space Grotesk Light"/>
                <a:cs typeface="Space Grotesk Light"/>
                <a:sym typeface="Space Grotesk Light"/>
              </a:defRPr>
            </a:lvl3pPr>
            <a:lvl4pPr lvl="3" algn="r">
              <a:spcBef>
                <a:spcPts val="0"/>
              </a:spcBef>
              <a:spcAft>
                <a:spcPts val="0"/>
              </a:spcAft>
              <a:buSzPts val="2000"/>
              <a:buFont typeface="Space Grotesk Light"/>
              <a:buNone/>
              <a:defRPr sz="2000">
                <a:latin typeface="Space Grotesk Light"/>
                <a:ea typeface="Space Grotesk Light"/>
                <a:cs typeface="Space Grotesk Light"/>
                <a:sym typeface="Space Grotesk Light"/>
              </a:defRPr>
            </a:lvl4pPr>
            <a:lvl5pPr lvl="4" algn="r">
              <a:spcBef>
                <a:spcPts val="0"/>
              </a:spcBef>
              <a:spcAft>
                <a:spcPts val="0"/>
              </a:spcAft>
              <a:buSzPts val="2000"/>
              <a:buFont typeface="Space Grotesk Light"/>
              <a:buNone/>
              <a:defRPr sz="2000">
                <a:latin typeface="Space Grotesk Light"/>
                <a:ea typeface="Space Grotesk Light"/>
                <a:cs typeface="Space Grotesk Light"/>
                <a:sym typeface="Space Grotesk Light"/>
              </a:defRPr>
            </a:lvl5pPr>
            <a:lvl6pPr lvl="5" algn="r">
              <a:spcBef>
                <a:spcPts val="0"/>
              </a:spcBef>
              <a:spcAft>
                <a:spcPts val="0"/>
              </a:spcAft>
              <a:buSzPts val="2000"/>
              <a:buFont typeface="Space Grotesk Light"/>
              <a:buNone/>
              <a:defRPr sz="2000">
                <a:latin typeface="Space Grotesk Light"/>
                <a:ea typeface="Space Grotesk Light"/>
                <a:cs typeface="Space Grotesk Light"/>
                <a:sym typeface="Space Grotesk Light"/>
              </a:defRPr>
            </a:lvl6pPr>
            <a:lvl7pPr lvl="6" algn="r">
              <a:spcBef>
                <a:spcPts val="0"/>
              </a:spcBef>
              <a:spcAft>
                <a:spcPts val="0"/>
              </a:spcAft>
              <a:buSzPts val="2000"/>
              <a:buFont typeface="Space Grotesk Light"/>
              <a:buNone/>
              <a:defRPr sz="2000">
                <a:latin typeface="Space Grotesk Light"/>
                <a:ea typeface="Space Grotesk Light"/>
                <a:cs typeface="Space Grotesk Light"/>
                <a:sym typeface="Space Grotesk Light"/>
              </a:defRPr>
            </a:lvl7pPr>
            <a:lvl8pPr lvl="7" algn="r">
              <a:spcBef>
                <a:spcPts val="0"/>
              </a:spcBef>
              <a:spcAft>
                <a:spcPts val="0"/>
              </a:spcAft>
              <a:buSzPts val="2000"/>
              <a:buFont typeface="Space Grotesk Light"/>
              <a:buNone/>
              <a:defRPr sz="2000">
                <a:latin typeface="Space Grotesk Light"/>
                <a:ea typeface="Space Grotesk Light"/>
                <a:cs typeface="Space Grotesk Light"/>
                <a:sym typeface="Space Grotesk Light"/>
              </a:defRPr>
            </a:lvl8pPr>
            <a:lvl9pPr lvl="8" algn="r">
              <a:spcBef>
                <a:spcPts val="0"/>
              </a:spcBef>
              <a:spcAft>
                <a:spcPts val="0"/>
              </a:spcAft>
              <a:buSzPts val="2000"/>
              <a:buFont typeface="Space Grotesk Light"/>
              <a:buNone/>
              <a:defRPr sz="2000">
                <a:latin typeface="Space Grotesk Light"/>
                <a:ea typeface="Space Grotesk Light"/>
                <a:cs typeface="Space Grotesk Light"/>
                <a:sym typeface="Space Grotesk Light"/>
              </a:defRPr>
            </a:lvl9pPr>
          </a:lstStyle>
          <a:p>
            <a:endParaRPr/>
          </a:p>
        </p:txBody>
      </p:sp>
      <p:sp>
        <p:nvSpPr>
          <p:cNvPr id="108" name="Google Shape;108;p13"/>
          <p:cNvSpPr txBox="1">
            <a:spLocks noGrp="1"/>
          </p:cNvSpPr>
          <p:nvPr>
            <p:ph type="subTitle" idx="2"/>
          </p:nvPr>
        </p:nvSpPr>
        <p:spPr>
          <a:xfrm>
            <a:off x="6193193" y="925221"/>
            <a:ext cx="2193000" cy="310800"/>
          </a:xfrm>
          <a:prstGeom prst="rect">
            <a:avLst/>
          </a:prstGeom>
        </p:spPr>
        <p:txBody>
          <a:bodyPr spcFirstLastPara="1" wrap="square" lIns="91425" tIns="91425" rIns="91425" bIns="91425" anchor="ctr" anchorCtr="0">
            <a:noAutofit/>
          </a:bodyPr>
          <a:lstStyle>
            <a:lvl1pPr lvl="0" algn="r">
              <a:lnSpc>
                <a:spcPct val="100000"/>
              </a:lnSpc>
              <a:spcBef>
                <a:spcPts val="0"/>
              </a:spcBef>
              <a:spcAft>
                <a:spcPts val="0"/>
              </a:spcAft>
              <a:buSzPts val="1400"/>
              <a:buFont typeface="Space Grotesk"/>
              <a:buNone/>
              <a:defRPr sz="1600" b="1">
                <a:solidFill>
                  <a:schemeClr val="dk2"/>
                </a:solidFill>
                <a:latin typeface="Space Grotesk"/>
                <a:ea typeface="Space Grotesk"/>
                <a:cs typeface="Space Grotesk"/>
                <a:sym typeface="Space Grotesk"/>
              </a:defRPr>
            </a:lvl1pPr>
            <a:lvl2pPr lvl="1" algn="ctr">
              <a:lnSpc>
                <a:spcPct val="100000"/>
              </a:lnSpc>
              <a:spcBef>
                <a:spcPts val="0"/>
              </a:spcBef>
              <a:spcAft>
                <a:spcPts val="0"/>
              </a:spcAft>
              <a:buSzPts val="1400"/>
              <a:buFont typeface="Space Grotesk"/>
              <a:buNone/>
              <a:defRPr>
                <a:latin typeface="Space Grotesk"/>
                <a:ea typeface="Space Grotesk"/>
                <a:cs typeface="Space Grotesk"/>
                <a:sym typeface="Space Grotesk"/>
              </a:defRPr>
            </a:lvl2pPr>
            <a:lvl3pPr lvl="2" algn="ctr">
              <a:lnSpc>
                <a:spcPct val="100000"/>
              </a:lnSpc>
              <a:spcBef>
                <a:spcPts val="0"/>
              </a:spcBef>
              <a:spcAft>
                <a:spcPts val="0"/>
              </a:spcAft>
              <a:buSzPts val="1400"/>
              <a:buFont typeface="Space Grotesk"/>
              <a:buNone/>
              <a:defRPr>
                <a:latin typeface="Space Grotesk"/>
                <a:ea typeface="Space Grotesk"/>
                <a:cs typeface="Space Grotesk"/>
                <a:sym typeface="Space Grotesk"/>
              </a:defRPr>
            </a:lvl3pPr>
            <a:lvl4pPr lvl="3" algn="ctr">
              <a:lnSpc>
                <a:spcPct val="100000"/>
              </a:lnSpc>
              <a:spcBef>
                <a:spcPts val="0"/>
              </a:spcBef>
              <a:spcAft>
                <a:spcPts val="0"/>
              </a:spcAft>
              <a:buSzPts val="1400"/>
              <a:buFont typeface="Space Grotesk"/>
              <a:buNone/>
              <a:defRPr>
                <a:latin typeface="Space Grotesk"/>
                <a:ea typeface="Space Grotesk"/>
                <a:cs typeface="Space Grotesk"/>
                <a:sym typeface="Space Grotesk"/>
              </a:defRPr>
            </a:lvl4pPr>
            <a:lvl5pPr lvl="4" algn="ctr">
              <a:lnSpc>
                <a:spcPct val="100000"/>
              </a:lnSpc>
              <a:spcBef>
                <a:spcPts val="0"/>
              </a:spcBef>
              <a:spcAft>
                <a:spcPts val="0"/>
              </a:spcAft>
              <a:buSzPts val="1400"/>
              <a:buFont typeface="Space Grotesk"/>
              <a:buNone/>
              <a:defRPr>
                <a:latin typeface="Space Grotesk"/>
                <a:ea typeface="Space Grotesk"/>
                <a:cs typeface="Space Grotesk"/>
                <a:sym typeface="Space Grotesk"/>
              </a:defRPr>
            </a:lvl5pPr>
            <a:lvl6pPr lvl="5" algn="ctr">
              <a:lnSpc>
                <a:spcPct val="100000"/>
              </a:lnSpc>
              <a:spcBef>
                <a:spcPts val="0"/>
              </a:spcBef>
              <a:spcAft>
                <a:spcPts val="0"/>
              </a:spcAft>
              <a:buSzPts val="1400"/>
              <a:buFont typeface="Space Grotesk"/>
              <a:buNone/>
              <a:defRPr>
                <a:latin typeface="Space Grotesk"/>
                <a:ea typeface="Space Grotesk"/>
                <a:cs typeface="Space Grotesk"/>
                <a:sym typeface="Space Grotesk"/>
              </a:defRPr>
            </a:lvl6pPr>
            <a:lvl7pPr lvl="6" algn="ctr">
              <a:lnSpc>
                <a:spcPct val="100000"/>
              </a:lnSpc>
              <a:spcBef>
                <a:spcPts val="0"/>
              </a:spcBef>
              <a:spcAft>
                <a:spcPts val="0"/>
              </a:spcAft>
              <a:buSzPts val="1400"/>
              <a:buFont typeface="Space Grotesk"/>
              <a:buNone/>
              <a:defRPr>
                <a:latin typeface="Space Grotesk"/>
                <a:ea typeface="Space Grotesk"/>
                <a:cs typeface="Space Grotesk"/>
                <a:sym typeface="Space Grotesk"/>
              </a:defRPr>
            </a:lvl7pPr>
            <a:lvl8pPr lvl="7" algn="ctr">
              <a:lnSpc>
                <a:spcPct val="100000"/>
              </a:lnSpc>
              <a:spcBef>
                <a:spcPts val="0"/>
              </a:spcBef>
              <a:spcAft>
                <a:spcPts val="0"/>
              </a:spcAft>
              <a:buSzPts val="1400"/>
              <a:buFont typeface="Space Grotesk"/>
              <a:buNone/>
              <a:defRPr>
                <a:latin typeface="Space Grotesk"/>
                <a:ea typeface="Space Grotesk"/>
                <a:cs typeface="Space Grotesk"/>
                <a:sym typeface="Space Grotesk"/>
              </a:defRPr>
            </a:lvl8pPr>
            <a:lvl9pPr lvl="8" algn="ctr">
              <a:lnSpc>
                <a:spcPct val="100000"/>
              </a:lnSpc>
              <a:spcBef>
                <a:spcPts val="0"/>
              </a:spcBef>
              <a:spcAft>
                <a:spcPts val="0"/>
              </a:spcAft>
              <a:buSzPts val="1400"/>
              <a:buFont typeface="Space Grotesk"/>
              <a:buNone/>
              <a:defRPr>
                <a:latin typeface="Space Grotesk"/>
                <a:ea typeface="Space Grotesk"/>
                <a:cs typeface="Space Grotesk"/>
                <a:sym typeface="Space Grotesk"/>
              </a:defRPr>
            </a:lvl9pPr>
          </a:lstStyle>
          <a:p>
            <a:endParaRPr/>
          </a:p>
        </p:txBody>
      </p:sp>
      <p:sp>
        <p:nvSpPr>
          <p:cNvPr id="109" name="Google Shape;109;p13"/>
          <p:cNvSpPr txBox="1">
            <a:spLocks noGrp="1"/>
          </p:cNvSpPr>
          <p:nvPr>
            <p:ph type="subTitle" idx="3"/>
          </p:nvPr>
        </p:nvSpPr>
        <p:spPr>
          <a:xfrm>
            <a:off x="6193193" y="1887713"/>
            <a:ext cx="2193000" cy="310800"/>
          </a:xfrm>
          <a:prstGeom prst="rect">
            <a:avLst/>
          </a:prstGeom>
        </p:spPr>
        <p:txBody>
          <a:bodyPr spcFirstLastPara="1" wrap="square" lIns="91425" tIns="91425" rIns="91425" bIns="91425" anchor="ctr" anchorCtr="0">
            <a:noAutofit/>
          </a:bodyPr>
          <a:lstStyle>
            <a:lvl1pPr lvl="0" algn="r">
              <a:lnSpc>
                <a:spcPct val="100000"/>
              </a:lnSpc>
              <a:spcBef>
                <a:spcPts val="0"/>
              </a:spcBef>
              <a:spcAft>
                <a:spcPts val="0"/>
              </a:spcAft>
              <a:buSzPts val="1400"/>
              <a:buFont typeface="Space Grotesk"/>
              <a:buNone/>
              <a:defRPr sz="1600" b="1">
                <a:solidFill>
                  <a:schemeClr val="dk2"/>
                </a:solidFill>
                <a:latin typeface="Space Grotesk"/>
                <a:ea typeface="Space Grotesk"/>
                <a:cs typeface="Space Grotesk"/>
                <a:sym typeface="Space Grotesk"/>
              </a:defRPr>
            </a:lvl1pPr>
            <a:lvl2pPr lvl="1" algn="ctr">
              <a:lnSpc>
                <a:spcPct val="100000"/>
              </a:lnSpc>
              <a:spcBef>
                <a:spcPts val="0"/>
              </a:spcBef>
              <a:spcAft>
                <a:spcPts val="0"/>
              </a:spcAft>
              <a:buSzPts val="1400"/>
              <a:buFont typeface="Space Grotesk"/>
              <a:buNone/>
              <a:defRPr>
                <a:latin typeface="Space Grotesk"/>
                <a:ea typeface="Space Grotesk"/>
                <a:cs typeface="Space Grotesk"/>
                <a:sym typeface="Space Grotesk"/>
              </a:defRPr>
            </a:lvl2pPr>
            <a:lvl3pPr lvl="2" algn="ctr">
              <a:lnSpc>
                <a:spcPct val="100000"/>
              </a:lnSpc>
              <a:spcBef>
                <a:spcPts val="0"/>
              </a:spcBef>
              <a:spcAft>
                <a:spcPts val="0"/>
              </a:spcAft>
              <a:buSzPts val="1400"/>
              <a:buFont typeface="Space Grotesk"/>
              <a:buNone/>
              <a:defRPr>
                <a:latin typeface="Space Grotesk"/>
                <a:ea typeface="Space Grotesk"/>
                <a:cs typeface="Space Grotesk"/>
                <a:sym typeface="Space Grotesk"/>
              </a:defRPr>
            </a:lvl3pPr>
            <a:lvl4pPr lvl="3" algn="ctr">
              <a:lnSpc>
                <a:spcPct val="100000"/>
              </a:lnSpc>
              <a:spcBef>
                <a:spcPts val="0"/>
              </a:spcBef>
              <a:spcAft>
                <a:spcPts val="0"/>
              </a:spcAft>
              <a:buSzPts val="1400"/>
              <a:buFont typeface="Space Grotesk"/>
              <a:buNone/>
              <a:defRPr>
                <a:latin typeface="Space Grotesk"/>
                <a:ea typeface="Space Grotesk"/>
                <a:cs typeface="Space Grotesk"/>
                <a:sym typeface="Space Grotesk"/>
              </a:defRPr>
            </a:lvl4pPr>
            <a:lvl5pPr lvl="4" algn="ctr">
              <a:lnSpc>
                <a:spcPct val="100000"/>
              </a:lnSpc>
              <a:spcBef>
                <a:spcPts val="0"/>
              </a:spcBef>
              <a:spcAft>
                <a:spcPts val="0"/>
              </a:spcAft>
              <a:buSzPts val="1400"/>
              <a:buFont typeface="Space Grotesk"/>
              <a:buNone/>
              <a:defRPr>
                <a:latin typeface="Space Grotesk"/>
                <a:ea typeface="Space Grotesk"/>
                <a:cs typeface="Space Grotesk"/>
                <a:sym typeface="Space Grotesk"/>
              </a:defRPr>
            </a:lvl5pPr>
            <a:lvl6pPr lvl="5" algn="ctr">
              <a:lnSpc>
                <a:spcPct val="100000"/>
              </a:lnSpc>
              <a:spcBef>
                <a:spcPts val="0"/>
              </a:spcBef>
              <a:spcAft>
                <a:spcPts val="0"/>
              </a:spcAft>
              <a:buSzPts val="1400"/>
              <a:buFont typeface="Space Grotesk"/>
              <a:buNone/>
              <a:defRPr>
                <a:latin typeface="Space Grotesk"/>
                <a:ea typeface="Space Grotesk"/>
                <a:cs typeface="Space Grotesk"/>
                <a:sym typeface="Space Grotesk"/>
              </a:defRPr>
            </a:lvl6pPr>
            <a:lvl7pPr lvl="6" algn="ctr">
              <a:lnSpc>
                <a:spcPct val="100000"/>
              </a:lnSpc>
              <a:spcBef>
                <a:spcPts val="0"/>
              </a:spcBef>
              <a:spcAft>
                <a:spcPts val="0"/>
              </a:spcAft>
              <a:buSzPts val="1400"/>
              <a:buFont typeface="Space Grotesk"/>
              <a:buNone/>
              <a:defRPr>
                <a:latin typeface="Space Grotesk"/>
                <a:ea typeface="Space Grotesk"/>
                <a:cs typeface="Space Grotesk"/>
                <a:sym typeface="Space Grotesk"/>
              </a:defRPr>
            </a:lvl7pPr>
            <a:lvl8pPr lvl="7" algn="ctr">
              <a:lnSpc>
                <a:spcPct val="100000"/>
              </a:lnSpc>
              <a:spcBef>
                <a:spcPts val="0"/>
              </a:spcBef>
              <a:spcAft>
                <a:spcPts val="0"/>
              </a:spcAft>
              <a:buSzPts val="1400"/>
              <a:buFont typeface="Space Grotesk"/>
              <a:buNone/>
              <a:defRPr>
                <a:latin typeface="Space Grotesk"/>
                <a:ea typeface="Space Grotesk"/>
                <a:cs typeface="Space Grotesk"/>
                <a:sym typeface="Space Grotesk"/>
              </a:defRPr>
            </a:lvl8pPr>
            <a:lvl9pPr lvl="8" algn="ctr">
              <a:lnSpc>
                <a:spcPct val="100000"/>
              </a:lnSpc>
              <a:spcBef>
                <a:spcPts val="0"/>
              </a:spcBef>
              <a:spcAft>
                <a:spcPts val="0"/>
              </a:spcAft>
              <a:buSzPts val="1400"/>
              <a:buFont typeface="Space Grotesk"/>
              <a:buNone/>
              <a:defRPr>
                <a:latin typeface="Space Grotesk"/>
                <a:ea typeface="Space Grotesk"/>
                <a:cs typeface="Space Grotesk"/>
                <a:sym typeface="Space Grotesk"/>
              </a:defRPr>
            </a:lvl9pPr>
          </a:lstStyle>
          <a:p>
            <a:endParaRPr/>
          </a:p>
        </p:txBody>
      </p:sp>
      <p:sp>
        <p:nvSpPr>
          <p:cNvPr id="110" name="Google Shape;110;p13"/>
          <p:cNvSpPr txBox="1">
            <a:spLocks noGrp="1"/>
          </p:cNvSpPr>
          <p:nvPr>
            <p:ph type="subTitle" idx="4"/>
          </p:nvPr>
        </p:nvSpPr>
        <p:spPr>
          <a:xfrm>
            <a:off x="6193193" y="3331450"/>
            <a:ext cx="2193000" cy="310800"/>
          </a:xfrm>
          <a:prstGeom prst="rect">
            <a:avLst/>
          </a:prstGeom>
        </p:spPr>
        <p:txBody>
          <a:bodyPr spcFirstLastPara="1" wrap="square" lIns="91425" tIns="91425" rIns="91425" bIns="91425" anchor="ctr" anchorCtr="0">
            <a:noAutofit/>
          </a:bodyPr>
          <a:lstStyle>
            <a:lvl1pPr lvl="0" algn="r">
              <a:lnSpc>
                <a:spcPct val="100000"/>
              </a:lnSpc>
              <a:spcBef>
                <a:spcPts val="0"/>
              </a:spcBef>
              <a:spcAft>
                <a:spcPts val="0"/>
              </a:spcAft>
              <a:buSzPts val="1400"/>
              <a:buFont typeface="Space Grotesk"/>
              <a:buNone/>
              <a:defRPr sz="1600" b="1">
                <a:solidFill>
                  <a:schemeClr val="dk2"/>
                </a:solidFill>
                <a:latin typeface="Space Grotesk"/>
                <a:ea typeface="Space Grotesk"/>
                <a:cs typeface="Space Grotesk"/>
                <a:sym typeface="Space Grotesk"/>
              </a:defRPr>
            </a:lvl1pPr>
            <a:lvl2pPr lvl="1" algn="ctr">
              <a:lnSpc>
                <a:spcPct val="100000"/>
              </a:lnSpc>
              <a:spcBef>
                <a:spcPts val="0"/>
              </a:spcBef>
              <a:spcAft>
                <a:spcPts val="0"/>
              </a:spcAft>
              <a:buSzPts val="1400"/>
              <a:buFont typeface="Space Grotesk"/>
              <a:buNone/>
              <a:defRPr>
                <a:latin typeface="Space Grotesk"/>
                <a:ea typeface="Space Grotesk"/>
                <a:cs typeface="Space Grotesk"/>
                <a:sym typeface="Space Grotesk"/>
              </a:defRPr>
            </a:lvl2pPr>
            <a:lvl3pPr lvl="2" algn="ctr">
              <a:lnSpc>
                <a:spcPct val="100000"/>
              </a:lnSpc>
              <a:spcBef>
                <a:spcPts val="0"/>
              </a:spcBef>
              <a:spcAft>
                <a:spcPts val="0"/>
              </a:spcAft>
              <a:buSzPts val="1400"/>
              <a:buFont typeface="Space Grotesk"/>
              <a:buNone/>
              <a:defRPr>
                <a:latin typeface="Space Grotesk"/>
                <a:ea typeface="Space Grotesk"/>
                <a:cs typeface="Space Grotesk"/>
                <a:sym typeface="Space Grotesk"/>
              </a:defRPr>
            </a:lvl3pPr>
            <a:lvl4pPr lvl="3" algn="ctr">
              <a:lnSpc>
                <a:spcPct val="100000"/>
              </a:lnSpc>
              <a:spcBef>
                <a:spcPts val="0"/>
              </a:spcBef>
              <a:spcAft>
                <a:spcPts val="0"/>
              </a:spcAft>
              <a:buSzPts val="1400"/>
              <a:buFont typeface="Space Grotesk"/>
              <a:buNone/>
              <a:defRPr>
                <a:latin typeface="Space Grotesk"/>
                <a:ea typeface="Space Grotesk"/>
                <a:cs typeface="Space Grotesk"/>
                <a:sym typeface="Space Grotesk"/>
              </a:defRPr>
            </a:lvl4pPr>
            <a:lvl5pPr lvl="4" algn="ctr">
              <a:lnSpc>
                <a:spcPct val="100000"/>
              </a:lnSpc>
              <a:spcBef>
                <a:spcPts val="0"/>
              </a:spcBef>
              <a:spcAft>
                <a:spcPts val="0"/>
              </a:spcAft>
              <a:buSzPts val="1400"/>
              <a:buFont typeface="Space Grotesk"/>
              <a:buNone/>
              <a:defRPr>
                <a:latin typeface="Space Grotesk"/>
                <a:ea typeface="Space Grotesk"/>
                <a:cs typeface="Space Grotesk"/>
                <a:sym typeface="Space Grotesk"/>
              </a:defRPr>
            </a:lvl5pPr>
            <a:lvl6pPr lvl="5" algn="ctr">
              <a:lnSpc>
                <a:spcPct val="100000"/>
              </a:lnSpc>
              <a:spcBef>
                <a:spcPts val="0"/>
              </a:spcBef>
              <a:spcAft>
                <a:spcPts val="0"/>
              </a:spcAft>
              <a:buSzPts val="1400"/>
              <a:buFont typeface="Space Grotesk"/>
              <a:buNone/>
              <a:defRPr>
                <a:latin typeface="Space Grotesk"/>
                <a:ea typeface="Space Grotesk"/>
                <a:cs typeface="Space Grotesk"/>
                <a:sym typeface="Space Grotesk"/>
              </a:defRPr>
            </a:lvl6pPr>
            <a:lvl7pPr lvl="6" algn="ctr">
              <a:lnSpc>
                <a:spcPct val="100000"/>
              </a:lnSpc>
              <a:spcBef>
                <a:spcPts val="0"/>
              </a:spcBef>
              <a:spcAft>
                <a:spcPts val="0"/>
              </a:spcAft>
              <a:buSzPts val="1400"/>
              <a:buFont typeface="Space Grotesk"/>
              <a:buNone/>
              <a:defRPr>
                <a:latin typeface="Space Grotesk"/>
                <a:ea typeface="Space Grotesk"/>
                <a:cs typeface="Space Grotesk"/>
                <a:sym typeface="Space Grotesk"/>
              </a:defRPr>
            </a:lvl7pPr>
            <a:lvl8pPr lvl="7" algn="ctr">
              <a:lnSpc>
                <a:spcPct val="100000"/>
              </a:lnSpc>
              <a:spcBef>
                <a:spcPts val="0"/>
              </a:spcBef>
              <a:spcAft>
                <a:spcPts val="0"/>
              </a:spcAft>
              <a:buSzPts val="1400"/>
              <a:buFont typeface="Space Grotesk"/>
              <a:buNone/>
              <a:defRPr>
                <a:latin typeface="Space Grotesk"/>
                <a:ea typeface="Space Grotesk"/>
                <a:cs typeface="Space Grotesk"/>
                <a:sym typeface="Space Grotesk"/>
              </a:defRPr>
            </a:lvl8pPr>
            <a:lvl9pPr lvl="8" algn="ctr">
              <a:lnSpc>
                <a:spcPct val="100000"/>
              </a:lnSpc>
              <a:spcBef>
                <a:spcPts val="0"/>
              </a:spcBef>
              <a:spcAft>
                <a:spcPts val="0"/>
              </a:spcAft>
              <a:buSzPts val="1400"/>
              <a:buFont typeface="Space Grotesk"/>
              <a:buNone/>
              <a:defRPr>
                <a:latin typeface="Space Grotesk"/>
                <a:ea typeface="Space Grotesk"/>
                <a:cs typeface="Space Grotesk"/>
                <a:sym typeface="Space Grotesk"/>
              </a:defRPr>
            </a:lvl9pPr>
          </a:lstStyle>
          <a:p>
            <a:endParaRPr/>
          </a:p>
        </p:txBody>
      </p:sp>
      <p:sp>
        <p:nvSpPr>
          <p:cNvPr id="111" name="Google Shape;111;p13"/>
          <p:cNvSpPr txBox="1">
            <a:spLocks noGrp="1"/>
          </p:cNvSpPr>
          <p:nvPr>
            <p:ph type="subTitle" idx="5"/>
          </p:nvPr>
        </p:nvSpPr>
        <p:spPr>
          <a:xfrm>
            <a:off x="6193193" y="2850204"/>
            <a:ext cx="2193000" cy="310800"/>
          </a:xfrm>
          <a:prstGeom prst="rect">
            <a:avLst/>
          </a:prstGeom>
        </p:spPr>
        <p:txBody>
          <a:bodyPr spcFirstLastPara="1" wrap="square" lIns="91425" tIns="91425" rIns="91425" bIns="91425" anchor="ctr" anchorCtr="0">
            <a:noAutofit/>
          </a:bodyPr>
          <a:lstStyle>
            <a:lvl1pPr lvl="0" algn="r">
              <a:lnSpc>
                <a:spcPct val="100000"/>
              </a:lnSpc>
              <a:spcBef>
                <a:spcPts val="0"/>
              </a:spcBef>
              <a:spcAft>
                <a:spcPts val="0"/>
              </a:spcAft>
              <a:buSzPts val="1400"/>
              <a:buFont typeface="Space Grotesk"/>
              <a:buNone/>
              <a:defRPr sz="1600" b="1">
                <a:solidFill>
                  <a:schemeClr val="dk2"/>
                </a:solidFill>
                <a:latin typeface="Space Grotesk"/>
                <a:ea typeface="Space Grotesk"/>
                <a:cs typeface="Space Grotesk"/>
                <a:sym typeface="Space Grotesk"/>
              </a:defRPr>
            </a:lvl1pPr>
            <a:lvl2pPr lvl="1" algn="ctr">
              <a:lnSpc>
                <a:spcPct val="100000"/>
              </a:lnSpc>
              <a:spcBef>
                <a:spcPts val="0"/>
              </a:spcBef>
              <a:spcAft>
                <a:spcPts val="0"/>
              </a:spcAft>
              <a:buSzPts val="1400"/>
              <a:buFont typeface="Space Grotesk"/>
              <a:buNone/>
              <a:defRPr>
                <a:latin typeface="Space Grotesk"/>
                <a:ea typeface="Space Grotesk"/>
                <a:cs typeface="Space Grotesk"/>
                <a:sym typeface="Space Grotesk"/>
              </a:defRPr>
            </a:lvl2pPr>
            <a:lvl3pPr lvl="2" algn="ctr">
              <a:lnSpc>
                <a:spcPct val="100000"/>
              </a:lnSpc>
              <a:spcBef>
                <a:spcPts val="0"/>
              </a:spcBef>
              <a:spcAft>
                <a:spcPts val="0"/>
              </a:spcAft>
              <a:buSzPts val="1400"/>
              <a:buFont typeface="Space Grotesk"/>
              <a:buNone/>
              <a:defRPr>
                <a:latin typeface="Space Grotesk"/>
                <a:ea typeface="Space Grotesk"/>
                <a:cs typeface="Space Grotesk"/>
                <a:sym typeface="Space Grotesk"/>
              </a:defRPr>
            </a:lvl3pPr>
            <a:lvl4pPr lvl="3" algn="ctr">
              <a:lnSpc>
                <a:spcPct val="100000"/>
              </a:lnSpc>
              <a:spcBef>
                <a:spcPts val="0"/>
              </a:spcBef>
              <a:spcAft>
                <a:spcPts val="0"/>
              </a:spcAft>
              <a:buSzPts val="1400"/>
              <a:buFont typeface="Space Grotesk"/>
              <a:buNone/>
              <a:defRPr>
                <a:latin typeface="Space Grotesk"/>
                <a:ea typeface="Space Grotesk"/>
                <a:cs typeface="Space Grotesk"/>
                <a:sym typeface="Space Grotesk"/>
              </a:defRPr>
            </a:lvl4pPr>
            <a:lvl5pPr lvl="4" algn="ctr">
              <a:lnSpc>
                <a:spcPct val="100000"/>
              </a:lnSpc>
              <a:spcBef>
                <a:spcPts val="0"/>
              </a:spcBef>
              <a:spcAft>
                <a:spcPts val="0"/>
              </a:spcAft>
              <a:buSzPts val="1400"/>
              <a:buFont typeface="Space Grotesk"/>
              <a:buNone/>
              <a:defRPr>
                <a:latin typeface="Space Grotesk"/>
                <a:ea typeface="Space Grotesk"/>
                <a:cs typeface="Space Grotesk"/>
                <a:sym typeface="Space Grotesk"/>
              </a:defRPr>
            </a:lvl5pPr>
            <a:lvl6pPr lvl="5" algn="ctr">
              <a:lnSpc>
                <a:spcPct val="100000"/>
              </a:lnSpc>
              <a:spcBef>
                <a:spcPts val="0"/>
              </a:spcBef>
              <a:spcAft>
                <a:spcPts val="0"/>
              </a:spcAft>
              <a:buSzPts val="1400"/>
              <a:buFont typeface="Space Grotesk"/>
              <a:buNone/>
              <a:defRPr>
                <a:latin typeface="Space Grotesk"/>
                <a:ea typeface="Space Grotesk"/>
                <a:cs typeface="Space Grotesk"/>
                <a:sym typeface="Space Grotesk"/>
              </a:defRPr>
            </a:lvl6pPr>
            <a:lvl7pPr lvl="6" algn="ctr">
              <a:lnSpc>
                <a:spcPct val="100000"/>
              </a:lnSpc>
              <a:spcBef>
                <a:spcPts val="0"/>
              </a:spcBef>
              <a:spcAft>
                <a:spcPts val="0"/>
              </a:spcAft>
              <a:buSzPts val="1400"/>
              <a:buFont typeface="Space Grotesk"/>
              <a:buNone/>
              <a:defRPr>
                <a:latin typeface="Space Grotesk"/>
                <a:ea typeface="Space Grotesk"/>
                <a:cs typeface="Space Grotesk"/>
                <a:sym typeface="Space Grotesk"/>
              </a:defRPr>
            </a:lvl7pPr>
            <a:lvl8pPr lvl="7" algn="ctr">
              <a:lnSpc>
                <a:spcPct val="100000"/>
              </a:lnSpc>
              <a:spcBef>
                <a:spcPts val="0"/>
              </a:spcBef>
              <a:spcAft>
                <a:spcPts val="0"/>
              </a:spcAft>
              <a:buSzPts val="1400"/>
              <a:buFont typeface="Space Grotesk"/>
              <a:buNone/>
              <a:defRPr>
                <a:latin typeface="Space Grotesk"/>
                <a:ea typeface="Space Grotesk"/>
                <a:cs typeface="Space Grotesk"/>
                <a:sym typeface="Space Grotesk"/>
              </a:defRPr>
            </a:lvl8pPr>
            <a:lvl9pPr lvl="8" algn="ctr">
              <a:lnSpc>
                <a:spcPct val="100000"/>
              </a:lnSpc>
              <a:spcBef>
                <a:spcPts val="0"/>
              </a:spcBef>
              <a:spcAft>
                <a:spcPts val="0"/>
              </a:spcAft>
              <a:buSzPts val="1400"/>
              <a:buFont typeface="Space Grotesk"/>
              <a:buNone/>
              <a:defRPr>
                <a:latin typeface="Space Grotesk"/>
                <a:ea typeface="Space Grotesk"/>
                <a:cs typeface="Space Grotesk"/>
                <a:sym typeface="Space Grotesk"/>
              </a:defRPr>
            </a:lvl9pPr>
          </a:lstStyle>
          <a:p>
            <a:endParaRPr/>
          </a:p>
        </p:txBody>
      </p:sp>
      <p:sp>
        <p:nvSpPr>
          <p:cNvPr id="112" name="Google Shape;112;p13"/>
          <p:cNvSpPr txBox="1">
            <a:spLocks noGrp="1"/>
          </p:cNvSpPr>
          <p:nvPr>
            <p:ph type="subTitle" idx="6"/>
          </p:nvPr>
        </p:nvSpPr>
        <p:spPr>
          <a:xfrm>
            <a:off x="6193193" y="1406467"/>
            <a:ext cx="2193000" cy="310800"/>
          </a:xfrm>
          <a:prstGeom prst="rect">
            <a:avLst/>
          </a:prstGeom>
        </p:spPr>
        <p:txBody>
          <a:bodyPr spcFirstLastPara="1" wrap="square" lIns="91425" tIns="91425" rIns="91425" bIns="91425" anchor="ctr" anchorCtr="0">
            <a:noAutofit/>
          </a:bodyPr>
          <a:lstStyle>
            <a:lvl1pPr lvl="0" algn="r">
              <a:lnSpc>
                <a:spcPct val="100000"/>
              </a:lnSpc>
              <a:spcBef>
                <a:spcPts val="0"/>
              </a:spcBef>
              <a:spcAft>
                <a:spcPts val="0"/>
              </a:spcAft>
              <a:buSzPts val="1400"/>
              <a:buFont typeface="Space Grotesk"/>
              <a:buNone/>
              <a:defRPr sz="1600" b="1">
                <a:solidFill>
                  <a:schemeClr val="dk2"/>
                </a:solidFill>
                <a:latin typeface="Space Grotesk"/>
                <a:ea typeface="Space Grotesk"/>
                <a:cs typeface="Space Grotesk"/>
                <a:sym typeface="Space Grotesk"/>
              </a:defRPr>
            </a:lvl1pPr>
            <a:lvl2pPr lvl="1" algn="ctr">
              <a:lnSpc>
                <a:spcPct val="100000"/>
              </a:lnSpc>
              <a:spcBef>
                <a:spcPts val="0"/>
              </a:spcBef>
              <a:spcAft>
                <a:spcPts val="0"/>
              </a:spcAft>
              <a:buSzPts val="1400"/>
              <a:buFont typeface="Space Grotesk"/>
              <a:buNone/>
              <a:defRPr>
                <a:latin typeface="Space Grotesk"/>
                <a:ea typeface="Space Grotesk"/>
                <a:cs typeface="Space Grotesk"/>
                <a:sym typeface="Space Grotesk"/>
              </a:defRPr>
            </a:lvl2pPr>
            <a:lvl3pPr lvl="2" algn="ctr">
              <a:lnSpc>
                <a:spcPct val="100000"/>
              </a:lnSpc>
              <a:spcBef>
                <a:spcPts val="0"/>
              </a:spcBef>
              <a:spcAft>
                <a:spcPts val="0"/>
              </a:spcAft>
              <a:buSzPts val="1400"/>
              <a:buFont typeface="Space Grotesk"/>
              <a:buNone/>
              <a:defRPr>
                <a:latin typeface="Space Grotesk"/>
                <a:ea typeface="Space Grotesk"/>
                <a:cs typeface="Space Grotesk"/>
                <a:sym typeface="Space Grotesk"/>
              </a:defRPr>
            </a:lvl3pPr>
            <a:lvl4pPr lvl="3" algn="ctr">
              <a:lnSpc>
                <a:spcPct val="100000"/>
              </a:lnSpc>
              <a:spcBef>
                <a:spcPts val="0"/>
              </a:spcBef>
              <a:spcAft>
                <a:spcPts val="0"/>
              </a:spcAft>
              <a:buSzPts val="1400"/>
              <a:buFont typeface="Space Grotesk"/>
              <a:buNone/>
              <a:defRPr>
                <a:latin typeface="Space Grotesk"/>
                <a:ea typeface="Space Grotesk"/>
                <a:cs typeface="Space Grotesk"/>
                <a:sym typeface="Space Grotesk"/>
              </a:defRPr>
            </a:lvl4pPr>
            <a:lvl5pPr lvl="4" algn="ctr">
              <a:lnSpc>
                <a:spcPct val="100000"/>
              </a:lnSpc>
              <a:spcBef>
                <a:spcPts val="0"/>
              </a:spcBef>
              <a:spcAft>
                <a:spcPts val="0"/>
              </a:spcAft>
              <a:buSzPts val="1400"/>
              <a:buFont typeface="Space Grotesk"/>
              <a:buNone/>
              <a:defRPr>
                <a:latin typeface="Space Grotesk"/>
                <a:ea typeface="Space Grotesk"/>
                <a:cs typeface="Space Grotesk"/>
                <a:sym typeface="Space Grotesk"/>
              </a:defRPr>
            </a:lvl5pPr>
            <a:lvl6pPr lvl="5" algn="ctr">
              <a:lnSpc>
                <a:spcPct val="100000"/>
              </a:lnSpc>
              <a:spcBef>
                <a:spcPts val="0"/>
              </a:spcBef>
              <a:spcAft>
                <a:spcPts val="0"/>
              </a:spcAft>
              <a:buSzPts val="1400"/>
              <a:buFont typeface="Space Grotesk"/>
              <a:buNone/>
              <a:defRPr>
                <a:latin typeface="Space Grotesk"/>
                <a:ea typeface="Space Grotesk"/>
                <a:cs typeface="Space Grotesk"/>
                <a:sym typeface="Space Grotesk"/>
              </a:defRPr>
            </a:lvl6pPr>
            <a:lvl7pPr lvl="6" algn="ctr">
              <a:lnSpc>
                <a:spcPct val="100000"/>
              </a:lnSpc>
              <a:spcBef>
                <a:spcPts val="0"/>
              </a:spcBef>
              <a:spcAft>
                <a:spcPts val="0"/>
              </a:spcAft>
              <a:buSzPts val="1400"/>
              <a:buFont typeface="Space Grotesk"/>
              <a:buNone/>
              <a:defRPr>
                <a:latin typeface="Space Grotesk"/>
                <a:ea typeface="Space Grotesk"/>
                <a:cs typeface="Space Grotesk"/>
                <a:sym typeface="Space Grotesk"/>
              </a:defRPr>
            </a:lvl7pPr>
            <a:lvl8pPr lvl="7" algn="ctr">
              <a:lnSpc>
                <a:spcPct val="100000"/>
              </a:lnSpc>
              <a:spcBef>
                <a:spcPts val="0"/>
              </a:spcBef>
              <a:spcAft>
                <a:spcPts val="0"/>
              </a:spcAft>
              <a:buSzPts val="1400"/>
              <a:buFont typeface="Space Grotesk"/>
              <a:buNone/>
              <a:defRPr>
                <a:latin typeface="Space Grotesk"/>
                <a:ea typeface="Space Grotesk"/>
                <a:cs typeface="Space Grotesk"/>
                <a:sym typeface="Space Grotesk"/>
              </a:defRPr>
            </a:lvl8pPr>
            <a:lvl9pPr lvl="8" algn="ctr">
              <a:lnSpc>
                <a:spcPct val="100000"/>
              </a:lnSpc>
              <a:spcBef>
                <a:spcPts val="0"/>
              </a:spcBef>
              <a:spcAft>
                <a:spcPts val="0"/>
              </a:spcAft>
              <a:buSzPts val="1400"/>
              <a:buFont typeface="Space Grotesk"/>
              <a:buNone/>
              <a:defRPr>
                <a:latin typeface="Space Grotesk"/>
                <a:ea typeface="Space Grotesk"/>
                <a:cs typeface="Space Grotesk"/>
                <a:sym typeface="Space Grotesk"/>
              </a:defRPr>
            </a:lvl9pPr>
          </a:lstStyle>
          <a:p>
            <a:endParaRPr/>
          </a:p>
        </p:txBody>
      </p:sp>
      <p:sp>
        <p:nvSpPr>
          <p:cNvPr id="113" name="Google Shape;113;p13"/>
          <p:cNvSpPr txBox="1">
            <a:spLocks noGrp="1"/>
          </p:cNvSpPr>
          <p:nvPr>
            <p:ph type="subTitle" idx="7"/>
          </p:nvPr>
        </p:nvSpPr>
        <p:spPr>
          <a:xfrm>
            <a:off x="6193193" y="2368958"/>
            <a:ext cx="2193000" cy="310800"/>
          </a:xfrm>
          <a:prstGeom prst="rect">
            <a:avLst/>
          </a:prstGeom>
        </p:spPr>
        <p:txBody>
          <a:bodyPr spcFirstLastPara="1" wrap="square" lIns="91425" tIns="91425" rIns="91425" bIns="91425" anchor="ctr" anchorCtr="0">
            <a:noAutofit/>
          </a:bodyPr>
          <a:lstStyle>
            <a:lvl1pPr lvl="0" algn="r">
              <a:lnSpc>
                <a:spcPct val="100000"/>
              </a:lnSpc>
              <a:spcBef>
                <a:spcPts val="0"/>
              </a:spcBef>
              <a:spcAft>
                <a:spcPts val="0"/>
              </a:spcAft>
              <a:buSzPts val="1400"/>
              <a:buFont typeface="Space Grotesk"/>
              <a:buNone/>
              <a:defRPr sz="1600" b="1">
                <a:solidFill>
                  <a:schemeClr val="dk2"/>
                </a:solidFill>
                <a:latin typeface="Space Grotesk"/>
                <a:ea typeface="Space Grotesk"/>
                <a:cs typeface="Space Grotesk"/>
                <a:sym typeface="Space Grotesk"/>
              </a:defRPr>
            </a:lvl1pPr>
            <a:lvl2pPr lvl="1" algn="ctr">
              <a:lnSpc>
                <a:spcPct val="100000"/>
              </a:lnSpc>
              <a:spcBef>
                <a:spcPts val="0"/>
              </a:spcBef>
              <a:spcAft>
                <a:spcPts val="0"/>
              </a:spcAft>
              <a:buSzPts val="1400"/>
              <a:buFont typeface="Space Grotesk"/>
              <a:buNone/>
              <a:defRPr>
                <a:latin typeface="Space Grotesk"/>
                <a:ea typeface="Space Grotesk"/>
                <a:cs typeface="Space Grotesk"/>
                <a:sym typeface="Space Grotesk"/>
              </a:defRPr>
            </a:lvl2pPr>
            <a:lvl3pPr lvl="2" algn="ctr">
              <a:lnSpc>
                <a:spcPct val="100000"/>
              </a:lnSpc>
              <a:spcBef>
                <a:spcPts val="0"/>
              </a:spcBef>
              <a:spcAft>
                <a:spcPts val="0"/>
              </a:spcAft>
              <a:buSzPts val="1400"/>
              <a:buFont typeface="Space Grotesk"/>
              <a:buNone/>
              <a:defRPr>
                <a:latin typeface="Space Grotesk"/>
                <a:ea typeface="Space Grotesk"/>
                <a:cs typeface="Space Grotesk"/>
                <a:sym typeface="Space Grotesk"/>
              </a:defRPr>
            </a:lvl3pPr>
            <a:lvl4pPr lvl="3" algn="ctr">
              <a:lnSpc>
                <a:spcPct val="100000"/>
              </a:lnSpc>
              <a:spcBef>
                <a:spcPts val="0"/>
              </a:spcBef>
              <a:spcAft>
                <a:spcPts val="0"/>
              </a:spcAft>
              <a:buSzPts val="1400"/>
              <a:buFont typeface="Space Grotesk"/>
              <a:buNone/>
              <a:defRPr>
                <a:latin typeface="Space Grotesk"/>
                <a:ea typeface="Space Grotesk"/>
                <a:cs typeface="Space Grotesk"/>
                <a:sym typeface="Space Grotesk"/>
              </a:defRPr>
            </a:lvl4pPr>
            <a:lvl5pPr lvl="4" algn="ctr">
              <a:lnSpc>
                <a:spcPct val="100000"/>
              </a:lnSpc>
              <a:spcBef>
                <a:spcPts val="0"/>
              </a:spcBef>
              <a:spcAft>
                <a:spcPts val="0"/>
              </a:spcAft>
              <a:buSzPts val="1400"/>
              <a:buFont typeface="Space Grotesk"/>
              <a:buNone/>
              <a:defRPr>
                <a:latin typeface="Space Grotesk"/>
                <a:ea typeface="Space Grotesk"/>
                <a:cs typeface="Space Grotesk"/>
                <a:sym typeface="Space Grotesk"/>
              </a:defRPr>
            </a:lvl5pPr>
            <a:lvl6pPr lvl="5" algn="ctr">
              <a:lnSpc>
                <a:spcPct val="100000"/>
              </a:lnSpc>
              <a:spcBef>
                <a:spcPts val="0"/>
              </a:spcBef>
              <a:spcAft>
                <a:spcPts val="0"/>
              </a:spcAft>
              <a:buSzPts val="1400"/>
              <a:buFont typeface="Space Grotesk"/>
              <a:buNone/>
              <a:defRPr>
                <a:latin typeface="Space Grotesk"/>
                <a:ea typeface="Space Grotesk"/>
                <a:cs typeface="Space Grotesk"/>
                <a:sym typeface="Space Grotesk"/>
              </a:defRPr>
            </a:lvl6pPr>
            <a:lvl7pPr lvl="6" algn="ctr">
              <a:lnSpc>
                <a:spcPct val="100000"/>
              </a:lnSpc>
              <a:spcBef>
                <a:spcPts val="0"/>
              </a:spcBef>
              <a:spcAft>
                <a:spcPts val="0"/>
              </a:spcAft>
              <a:buSzPts val="1400"/>
              <a:buFont typeface="Space Grotesk"/>
              <a:buNone/>
              <a:defRPr>
                <a:latin typeface="Space Grotesk"/>
                <a:ea typeface="Space Grotesk"/>
                <a:cs typeface="Space Grotesk"/>
                <a:sym typeface="Space Grotesk"/>
              </a:defRPr>
            </a:lvl7pPr>
            <a:lvl8pPr lvl="7" algn="ctr">
              <a:lnSpc>
                <a:spcPct val="100000"/>
              </a:lnSpc>
              <a:spcBef>
                <a:spcPts val="0"/>
              </a:spcBef>
              <a:spcAft>
                <a:spcPts val="0"/>
              </a:spcAft>
              <a:buSzPts val="1400"/>
              <a:buFont typeface="Space Grotesk"/>
              <a:buNone/>
              <a:defRPr>
                <a:latin typeface="Space Grotesk"/>
                <a:ea typeface="Space Grotesk"/>
                <a:cs typeface="Space Grotesk"/>
                <a:sym typeface="Space Grotesk"/>
              </a:defRPr>
            </a:lvl8pPr>
            <a:lvl9pPr lvl="8" algn="ctr">
              <a:lnSpc>
                <a:spcPct val="100000"/>
              </a:lnSpc>
              <a:spcBef>
                <a:spcPts val="0"/>
              </a:spcBef>
              <a:spcAft>
                <a:spcPts val="0"/>
              </a:spcAft>
              <a:buSzPts val="1400"/>
              <a:buFont typeface="Space Grotesk"/>
              <a:buNone/>
              <a:defRPr>
                <a:latin typeface="Space Grotesk"/>
                <a:ea typeface="Space Grotesk"/>
                <a:cs typeface="Space Grotesk"/>
                <a:sym typeface="Space Grotesk"/>
              </a:defRPr>
            </a:lvl9pPr>
          </a:lstStyle>
          <a:p>
            <a:endParaRPr/>
          </a:p>
        </p:txBody>
      </p:sp>
      <p:sp>
        <p:nvSpPr>
          <p:cNvPr id="114" name="Google Shape;114;p13"/>
          <p:cNvSpPr txBox="1">
            <a:spLocks noGrp="1"/>
          </p:cNvSpPr>
          <p:nvPr>
            <p:ph type="title" idx="8" hasCustomPrompt="1"/>
          </p:nvPr>
        </p:nvSpPr>
        <p:spPr>
          <a:xfrm>
            <a:off x="8462400" y="1887554"/>
            <a:ext cx="453000" cy="310800"/>
          </a:xfrm>
          <a:prstGeom prst="rect">
            <a:avLst/>
          </a:prstGeom>
          <a:solidFill>
            <a:schemeClr val="dk1"/>
          </a:solidFill>
        </p:spPr>
        <p:txBody>
          <a:bodyPr spcFirstLastPara="1" wrap="square" lIns="91425" tIns="91425" rIns="91425" bIns="91425" anchor="ctr" anchorCtr="0">
            <a:noAutofit/>
          </a:bodyPr>
          <a:lstStyle>
            <a:lvl1pPr lvl="0" algn="ctr">
              <a:spcBef>
                <a:spcPts val="0"/>
              </a:spcBef>
              <a:spcAft>
                <a:spcPts val="0"/>
              </a:spcAft>
              <a:buSzPts val="3000"/>
              <a:buFont typeface="IBM Plex Mono"/>
              <a:buNone/>
              <a:defRPr sz="1600" b="0">
                <a:solidFill>
                  <a:schemeClr val="lt1"/>
                </a:solidFill>
                <a:latin typeface="IBM Plex Mono SemiBold"/>
                <a:ea typeface="IBM Plex Mono SemiBold"/>
                <a:cs typeface="IBM Plex Mono SemiBold"/>
                <a:sym typeface="IBM Plex Mono SemiBold"/>
              </a:defRPr>
            </a:lvl1pPr>
            <a:lvl2pPr lvl="1">
              <a:spcBef>
                <a:spcPts val="0"/>
              </a:spcBef>
              <a:spcAft>
                <a:spcPts val="0"/>
              </a:spcAft>
              <a:buSzPts val="3000"/>
              <a:buFont typeface="IBM Plex Mono"/>
              <a:buNone/>
              <a:defRPr sz="3000">
                <a:latin typeface="IBM Plex Mono"/>
                <a:ea typeface="IBM Plex Mono"/>
                <a:cs typeface="IBM Plex Mono"/>
                <a:sym typeface="IBM Plex Mono"/>
              </a:defRPr>
            </a:lvl2pPr>
            <a:lvl3pPr lvl="2">
              <a:spcBef>
                <a:spcPts val="0"/>
              </a:spcBef>
              <a:spcAft>
                <a:spcPts val="0"/>
              </a:spcAft>
              <a:buSzPts val="3000"/>
              <a:buFont typeface="IBM Plex Mono"/>
              <a:buNone/>
              <a:defRPr sz="3000">
                <a:latin typeface="IBM Plex Mono"/>
                <a:ea typeface="IBM Plex Mono"/>
                <a:cs typeface="IBM Plex Mono"/>
                <a:sym typeface="IBM Plex Mono"/>
              </a:defRPr>
            </a:lvl3pPr>
            <a:lvl4pPr lvl="3">
              <a:spcBef>
                <a:spcPts val="0"/>
              </a:spcBef>
              <a:spcAft>
                <a:spcPts val="0"/>
              </a:spcAft>
              <a:buSzPts val="3000"/>
              <a:buFont typeface="IBM Plex Mono"/>
              <a:buNone/>
              <a:defRPr sz="3000">
                <a:latin typeface="IBM Plex Mono"/>
                <a:ea typeface="IBM Plex Mono"/>
                <a:cs typeface="IBM Plex Mono"/>
                <a:sym typeface="IBM Plex Mono"/>
              </a:defRPr>
            </a:lvl4pPr>
            <a:lvl5pPr lvl="4">
              <a:spcBef>
                <a:spcPts val="0"/>
              </a:spcBef>
              <a:spcAft>
                <a:spcPts val="0"/>
              </a:spcAft>
              <a:buSzPts val="3000"/>
              <a:buFont typeface="IBM Plex Mono"/>
              <a:buNone/>
              <a:defRPr sz="3000">
                <a:latin typeface="IBM Plex Mono"/>
                <a:ea typeface="IBM Plex Mono"/>
                <a:cs typeface="IBM Plex Mono"/>
                <a:sym typeface="IBM Plex Mono"/>
              </a:defRPr>
            </a:lvl5pPr>
            <a:lvl6pPr lvl="5">
              <a:spcBef>
                <a:spcPts val="0"/>
              </a:spcBef>
              <a:spcAft>
                <a:spcPts val="0"/>
              </a:spcAft>
              <a:buSzPts val="3000"/>
              <a:buFont typeface="IBM Plex Mono"/>
              <a:buNone/>
              <a:defRPr sz="3000">
                <a:latin typeface="IBM Plex Mono"/>
                <a:ea typeface="IBM Plex Mono"/>
                <a:cs typeface="IBM Plex Mono"/>
                <a:sym typeface="IBM Plex Mono"/>
              </a:defRPr>
            </a:lvl6pPr>
            <a:lvl7pPr lvl="6">
              <a:spcBef>
                <a:spcPts val="0"/>
              </a:spcBef>
              <a:spcAft>
                <a:spcPts val="0"/>
              </a:spcAft>
              <a:buSzPts val="3000"/>
              <a:buFont typeface="IBM Plex Mono"/>
              <a:buNone/>
              <a:defRPr sz="3000">
                <a:latin typeface="IBM Plex Mono"/>
                <a:ea typeface="IBM Plex Mono"/>
                <a:cs typeface="IBM Plex Mono"/>
                <a:sym typeface="IBM Plex Mono"/>
              </a:defRPr>
            </a:lvl7pPr>
            <a:lvl8pPr lvl="7">
              <a:spcBef>
                <a:spcPts val="0"/>
              </a:spcBef>
              <a:spcAft>
                <a:spcPts val="0"/>
              </a:spcAft>
              <a:buSzPts val="3000"/>
              <a:buFont typeface="IBM Plex Mono"/>
              <a:buNone/>
              <a:defRPr sz="3000">
                <a:latin typeface="IBM Plex Mono"/>
                <a:ea typeface="IBM Plex Mono"/>
                <a:cs typeface="IBM Plex Mono"/>
                <a:sym typeface="IBM Plex Mono"/>
              </a:defRPr>
            </a:lvl8pPr>
            <a:lvl9pPr lvl="8">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115" name="Google Shape;115;p13"/>
          <p:cNvSpPr txBox="1">
            <a:spLocks noGrp="1"/>
          </p:cNvSpPr>
          <p:nvPr>
            <p:ph type="title" idx="9" hasCustomPrompt="1"/>
          </p:nvPr>
        </p:nvSpPr>
        <p:spPr>
          <a:xfrm>
            <a:off x="8462400" y="924968"/>
            <a:ext cx="453000" cy="310800"/>
          </a:xfrm>
          <a:prstGeom prst="rect">
            <a:avLst/>
          </a:prstGeom>
          <a:solidFill>
            <a:schemeClr val="dk1"/>
          </a:solidFill>
        </p:spPr>
        <p:txBody>
          <a:bodyPr spcFirstLastPara="1" wrap="square" lIns="91425" tIns="91425" rIns="91425" bIns="91425" anchor="ctr" anchorCtr="0">
            <a:noAutofit/>
          </a:bodyPr>
          <a:lstStyle>
            <a:lvl1pPr lvl="0" algn="ctr">
              <a:spcBef>
                <a:spcPts val="0"/>
              </a:spcBef>
              <a:spcAft>
                <a:spcPts val="0"/>
              </a:spcAft>
              <a:buSzPts val="3000"/>
              <a:buFont typeface="IBM Plex Mono"/>
              <a:buNone/>
              <a:defRPr sz="1600" b="0">
                <a:solidFill>
                  <a:schemeClr val="lt1"/>
                </a:solidFill>
                <a:latin typeface="IBM Plex Mono SemiBold"/>
                <a:ea typeface="IBM Plex Mono SemiBold"/>
                <a:cs typeface="IBM Plex Mono SemiBold"/>
                <a:sym typeface="IBM Plex Mono SemiBold"/>
              </a:defRPr>
            </a:lvl1pPr>
            <a:lvl2pPr lvl="1">
              <a:spcBef>
                <a:spcPts val="0"/>
              </a:spcBef>
              <a:spcAft>
                <a:spcPts val="0"/>
              </a:spcAft>
              <a:buSzPts val="3000"/>
              <a:buFont typeface="IBM Plex Mono"/>
              <a:buNone/>
              <a:defRPr sz="3000">
                <a:latin typeface="IBM Plex Mono"/>
                <a:ea typeface="IBM Plex Mono"/>
                <a:cs typeface="IBM Plex Mono"/>
                <a:sym typeface="IBM Plex Mono"/>
              </a:defRPr>
            </a:lvl2pPr>
            <a:lvl3pPr lvl="2">
              <a:spcBef>
                <a:spcPts val="0"/>
              </a:spcBef>
              <a:spcAft>
                <a:spcPts val="0"/>
              </a:spcAft>
              <a:buSzPts val="3000"/>
              <a:buFont typeface="IBM Plex Mono"/>
              <a:buNone/>
              <a:defRPr sz="3000">
                <a:latin typeface="IBM Plex Mono"/>
                <a:ea typeface="IBM Plex Mono"/>
                <a:cs typeface="IBM Plex Mono"/>
                <a:sym typeface="IBM Plex Mono"/>
              </a:defRPr>
            </a:lvl3pPr>
            <a:lvl4pPr lvl="3">
              <a:spcBef>
                <a:spcPts val="0"/>
              </a:spcBef>
              <a:spcAft>
                <a:spcPts val="0"/>
              </a:spcAft>
              <a:buSzPts val="3000"/>
              <a:buFont typeface="IBM Plex Mono"/>
              <a:buNone/>
              <a:defRPr sz="3000">
                <a:latin typeface="IBM Plex Mono"/>
                <a:ea typeface="IBM Plex Mono"/>
                <a:cs typeface="IBM Plex Mono"/>
                <a:sym typeface="IBM Plex Mono"/>
              </a:defRPr>
            </a:lvl4pPr>
            <a:lvl5pPr lvl="4">
              <a:spcBef>
                <a:spcPts val="0"/>
              </a:spcBef>
              <a:spcAft>
                <a:spcPts val="0"/>
              </a:spcAft>
              <a:buSzPts val="3000"/>
              <a:buFont typeface="IBM Plex Mono"/>
              <a:buNone/>
              <a:defRPr sz="3000">
                <a:latin typeface="IBM Plex Mono"/>
                <a:ea typeface="IBM Plex Mono"/>
                <a:cs typeface="IBM Plex Mono"/>
                <a:sym typeface="IBM Plex Mono"/>
              </a:defRPr>
            </a:lvl5pPr>
            <a:lvl6pPr lvl="5">
              <a:spcBef>
                <a:spcPts val="0"/>
              </a:spcBef>
              <a:spcAft>
                <a:spcPts val="0"/>
              </a:spcAft>
              <a:buSzPts val="3000"/>
              <a:buFont typeface="IBM Plex Mono"/>
              <a:buNone/>
              <a:defRPr sz="3000">
                <a:latin typeface="IBM Plex Mono"/>
                <a:ea typeface="IBM Plex Mono"/>
                <a:cs typeface="IBM Plex Mono"/>
                <a:sym typeface="IBM Plex Mono"/>
              </a:defRPr>
            </a:lvl6pPr>
            <a:lvl7pPr lvl="6">
              <a:spcBef>
                <a:spcPts val="0"/>
              </a:spcBef>
              <a:spcAft>
                <a:spcPts val="0"/>
              </a:spcAft>
              <a:buSzPts val="3000"/>
              <a:buFont typeface="IBM Plex Mono"/>
              <a:buNone/>
              <a:defRPr sz="3000">
                <a:latin typeface="IBM Plex Mono"/>
                <a:ea typeface="IBM Plex Mono"/>
                <a:cs typeface="IBM Plex Mono"/>
                <a:sym typeface="IBM Plex Mono"/>
              </a:defRPr>
            </a:lvl7pPr>
            <a:lvl8pPr lvl="7">
              <a:spcBef>
                <a:spcPts val="0"/>
              </a:spcBef>
              <a:spcAft>
                <a:spcPts val="0"/>
              </a:spcAft>
              <a:buSzPts val="3000"/>
              <a:buFont typeface="IBM Plex Mono"/>
              <a:buNone/>
              <a:defRPr sz="3000">
                <a:latin typeface="IBM Plex Mono"/>
                <a:ea typeface="IBM Plex Mono"/>
                <a:cs typeface="IBM Plex Mono"/>
                <a:sym typeface="IBM Plex Mono"/>
              </a:defRPr>
            </a:lvl8pPr>
            <a:lvl9pPr lvl="8">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116" name="Google Shape;116;p13"/>
          <p:cNvSpPr txBox="1">
            <a:spLocks noGrp="1"/>
          </p:cNvSpPr>
          <p:nvPr>
            <p:ph type="title" idx="13" hasCustomPrompt="1"/>
          </p:nvPr>
        </p:nvSpPr>
        <p:spPr>
          <a:xfrm>
            <a:off x="8462400" y="2368846"/>
            <a:ext cx="453000" cy="310800"/>
          </a:xfrm>
          <a:prstGeom prst="rect">
            <a:avLst/>
          </a:prstGeom>
          <a:solidFill>
            <a:schemeClr val="dk1"/>
          </a:solidFill>
        </p:spPr>
        <p:txBody>
          <a:bodyPr spcFirstLastPara="1" wrap="square" lIns="91425" tIns="91425" rIns="91425" bIns="91425" anchor="ctr" anchorCtr="0">
            <a:noAutofit/>
          </a:bodyPr>
          <a:lstStyle>
            <a:lvl1pPr lvl="0" algn="ctr">
              <a:spcBef>
                <a:spcPts val="0"/>
              </a:spcBef>
              <a:spcAft>
                <a:spcPts val="0"/>
              </a:spcAft>
              <a:buSzPts val="3000"/>
              <a:buFont typeface="IBM Plex Mono"/>
              <a:buNone/>
              <a:defRPr sz="1600" b="0">
                <a:solidFill>
                  <a:schemeClr val="lt1"/>
                </a:solidFill>
                <a:latin typeface="IBM Plex Mono SemiBold"/>
                <a:ea typeface="IBM Plex Mono SemiBold"/>
                <a:cs typeface="IBM Plex Mono SemiBold"/>
                <a:sym typeface="IBM Plex Mono SemiBold"/>
              </a:defRPr>
            </a:lvl1pPr>
            <a:lvl2pPr lvl="1">
              <a:spcBef>
                <a:spcPts val="0"/>
              </a:spcBef>
              <a:spcAft>
                <a:spcPts val="0"/>
              </a:spcAft>
              <a:buSzPts val="3000"/>
              <a:buFont typeface="IBM Plex Mono"/>
              <a:buNone/>
              <a:defRPr sz="3000">
                <a:latin typeface="IBM Plex Mono"/>
                <a:ea typeface="IBM Plex Mono"/>
                <a:cs typeface="IBM Plex Mono"/>
                <a:sym typeface="IBM Plex Mono"/>
              </a:defRPr>
            </a:lvl2pPr>
            <a:lvl3pPr lvl="2">
              <a:spcBef>
                <a:spcPts val="0"/>
              </a:spcBef>
              <a:spcAft>
                <a:spcPts val="0"/>
              </a:spcAft>
              <a:buSzPts val="3000"/>
              <a:buFont typeface="IBM Plex Mono"/>
              <a:buNone/>
              <a:defRPr sz="3000">
                <a:latin typeface="IBM Plex Mono"/>
                <a:ea typeface="IBM Plex Mono"/>
                <a:cs typeface="IBM Plex Mono"/>
                <a:sym typeface="IBM Plex Mono"/>
              </a:defRPr>
            </a:lvl3pPr>
            <a:lvl4pPr lvl="3">
              <a:spcBef>
                <a:spcPts val="0"/>
              </a:spcBef>
              <a:spcAft>
                <a:spcPts val="0"/>
              </a:spcAft>
              <a:buSzPts val="3000"/>
              <a:buFont typeface="IBM Plex Mono"/>
              <a:buNone/>
              <a:defRPr sz="3000">
                <a:latin typeface="IBM Plex Mono"/>
                <a:ea typeface="IBM Plex Mono"/>
                <a:cs typeface="IBM Plex Mono"/>
                <a:sym typeface="IBM Plex Mono"/>
              </a:defRPr>
            </a:lvl4pPr>
            <a:lvl5pPr lvl="4">
              <a:spcBef>
                <a:spcPts val="0"/>
              </a:spcBef>
              <a:spcAft>
                <a:spcPts val="0"/>
              </a:spcAft>
              <a:buSzPts val="3000"/>
              <a:buFont typeface="IBM Plex Mono"/>
              <a:buNone/>
              <a:defRPr sz="3000">
                <a:latin typeface="IBM Plex Mono"/>
                <a:ea typeface="IBM Plex Mono"/>
                <a:cs typeface="IBM Plex Mono"/>
                <a:sym typeface="IBM Plex Mono"/>
              </a:defRPr>
            </a:lvl5pPr>
            <a:lvl6pPr lvl="5">
              <a:spcBef>
                <a:spcPts val="0"/>
              </a:spcBef>
              <a:spcAft>
                <a:spcPts val="0"/>
              </a:spcAft>
              <a:buSzPts val="3000"/>
              <a:buFont typeface="IBM Plex Mono"/>
              <a:buNone/>
              <a:defRPr sz="3000">
                <a:latin typeface="IBM Plex Mono"/>
                <a:ea typeface="IBM Plex Mono"/>
                <a:cs typeface="IBM Plex Mono"/>
                <a:sym typeface="IBM Plex Mono"/>
              </a:defRPr>
            </a:lvl6pPr>
            <a:lvl7pPr lvl="6">
              <a:spcBef>
                <a:spcPts val="0"/>
              </a:spcBef>
              <a:spcAft>
                <a:spcPts val="0"/>
              </a:spcAft>
              <a:buSzPts val="3000"/>
              <a:buFont typeface="IBM Plex Mono"/>
              <a:buNone/>
              <a:defRPr sz="3000">
                <a:latin typeface="IBM Plex Mono"/>
                <a:ea typeface="IBM Plex Mono"/>
                <a:cs typeface="IBM Plex Mono"/>
                <a:sym typeface="IBM Plex Mono"/>
              </a:defRPr>
            </a:lvl7pPr>
            <a:lvl8pPr lvl="7">
              <a:spcBef>
                <a:spcPts val="0"/>
              </a:spcBef>
              <a:spcAft>
                <a:spcPts val="0"/>
              </a:spcAft>
              <a:buSzPts val="3000"/>
              <a:buFont typeface="IBM Plex Mono"/>
              <a:buNone/>
              <a:defRPr sz="3000">
                <a:latin typeface="IBM Plex Mono"/>
                <a:ea typeface="IBM Plex Mono"/>
                <a:cs typeface="IBM Plex Mono"/>
                <a:sym typeface="IBM Plex Mono"/>
              </a:defRPr>
            </a:lvl8pPr>
            <a:lvl9pPr lvl="8">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117" name="Google Shape;117;p13"/>
          <p:cNvSpPr txBox="1">
            <a:spLocks noGrp="1"/>
          </p:cNvSpPr>
          <p:nvPr>
            <p:ph type="title" idx="14" hasCustomPrompt="1"/>
          </p:nvPr>
        </p:nvSpPr>
        <p:spPr>
          <a:xfrm>
            <a:off x="8462400" y="2850139"/>
            <a:ext cx="453000" cy="310800"/>
          </a:xfrm>
          <a:prstGeom prst="rect">
            <a:avLst/>
          </a:prstGeom>
          <a:solidFill>
            <a:schemeClr val="dk1"/>
          </a:solidFill>
        </p:spPr>
        <p:txBody>
          <a:bodyPr spcFirstLastPara="1" wrap="square" lIns="91425" tIns="91425" rIns="91425" bIns="91425" anchor="ctr" anchorCtr="0">
            <a:noAutofit/>
          </a:bodyPr>
          <a:lstStyle>
            <a:lvl1pPr lvl="0" algn="ctr">
              <a:spcBef>
                <a:spcPts val="0"/>
              </a:spcBef>
              <a:spcAft>
                <a:spcPts val="0"/>
              </a:spcAft>
              <a:buSzPts val="3000"/>
              <a:buFont typeface="IBM Plex Mono"/>
              <a:buNone/>
              <a:defRPr sz="1600" b="0">
                <a:solidFill>
                  <a:schemeClr val="lt1"/>
                </a:solidFill>
                <a:latin typeface="IBM Plex Mono SemiBold"/>
                <a:ea typeface="IBM Plex Mono SemiBold"/>
                <a:cs typeface="IBM Plex Mono SemiBold"/>
                <a:sym typeface="IBM Plex Mono SemiBold"/>
              </a:defRPr>
            </a:lvl1pPr>
            <a:lvl2pPr lvl="1">
              <a:spcBef>
                <a:spcPts val="0"/>
              </a:spcBef>
              <a:spcAft>
                <a:spcPts val="0"/>
              </a:spcAft>
              <a:buSzPts val="3000"/>
              <a:buFont typeface="IBM Plex Mono"/>
              <a:buNone/>
              <a:defRPr sz="3000">
                <a:latin typeface="IBM Plex Mono"/>
                <a:ea typeface="IBM Plex Mono"/>
                <a:cs typeface="IBM Plex Mono"/>
                <a:sym typeface="IBM Plex Mono"/>
              </a:defRPr>
            </a:lvl2pPr>
            <a:lvl3pPr lvl="2">
              <a:spcBef>
                <a:spcPts val="0"/>
              </a:spcBef>
              <a:spcAft>
                <a:spcPts val="0"/>
              </a:spcAft>
              <a:buSzPts val="3000"/>
              <a:buFont typeface="IBM Plex Mono"/>
              <a:buNone/>
              <a:defRPr sz="3000">
                <a:latin typeface="IBM Plex Mono"/>
                <a:ea typeface="IBM Plex Mono"/>
                <a:cs typeface="IBM Plex Mono"/>
                <a:sym typeface="IBM Plex Mono"/>
              </a:defRPr>
            </a:lvl3pPr>
            <a:lvl4pPr lvl="3">
              <a:spcBef>
                <a:spcPts val="0"/>
              </a:spcBef>
              <a:spcAft>
                <a:spcPts val="0"/>
              </a:spcAft>
              <a:buSzPts val="3000"/>
              <a:buFont typeface="IBM Plex Mono"/>
              <a:buNone/>
              <a:defRPr sz="3000">
                <a:latin typeface="IBM Plex Mono"/>
                <a:ea typeface="IBM Plex Mono"/>
                <a:cs typeface="IBM Plex Mono"/>
                <a:sym typeface="IBM Plex Mono"/>
              </a:defRPr>
            </a:lvl4pPr>
            <a:lvl5pPr lvl="4">
              <a:spcBef>
                <a:spcPts val="0"/>
              </a:spcBef>
              <a:spcAft>
                <a:spcPts val="0"/>
              </a:spcAft>
              <a:buSzPts val="3000"/>
              <a:buFont typeface="IBM Plex Mono"/>
              <a:buNone/>
              <a:defRPr sz="3000">
                <a:latin typeface="IBM Plex Mono"/>
                <a:ea typeface="IBM Plex Mono"/>
                <a:cs typeface="IBM Plex Mono"/>
                <a:sym typeface="IBM Plex Mono"/>
              </a:defRPr>
            </a:lvl5pPr>
            <a:lvl6pPr lvl="5">
              <a:spcBef>
                <a:spcPts val="0"/>
              </a:spcBef>
              <a:spcAft>
                <a:spcPts val="0"/>
              </a:spcAft>
              <a:buSzPts val="3000"/>
              <a:buFont typeface="IBM Plex Mono"/>
              <a:buNone/>
              <a:defRPr sz="3000">
                <a:latin typeface="IBM Plex Mono"/>
                <a:ea typeface="IBM Plex Mono"/>
                <a:cs typeface="IBM Plex Mono"/>
                <a:sym typeface="IBM Plex Mono"/>
              </a:defRPr>
            </a:lvl6pPr>
            <a:lvl7pPr lvl="6">
              <a:spcBef>
                <a:spcPts val="0"/>
              </a:spcBef>
              <a:spcAft>
                <a:spcPts val="0"/>
              </a:spcAft>
              <a:buSzPts val="3000"/>
              <a:buFont typeface="IBM Plex Mono"/>
              <a:buNone/>
              <a:defRPr sz="3000">
                <a:latin typeface="IBM Plex Mono"/>
                <a:ea typeface="IBM Plex Mono"/>
                <a:cs typeface="IBM Plex Mono"/>
                <a:sym typeface="IBM Plex Mono"/>
              </a:defRPr>
            </a:lvl7pPr>
            <a:lvl8pPr lvl="7">
              <a:spcBef>
                <a:spcPts val="0"/>
              </a:spcBef>
              <a:spcAft>
                <a:spcPts val="0"/>
              </a:spcAft>
              <a:buSzPts val="3000"/>
              <a:buFont typeface="IBM Plex Mono"/>
              <a:buNone/>
              <a:defRPr sz="3000">
                <a:latin typeface="IBM Plex Mono"/>
                <a:ea typeface="IBM Plex Mono"/>
                <a:cs typeface="IBM Plex Mono"/>
                <a:sym typeface="IBM Plex Mono"/>
              </a:defRPr>
            </a:lvl8pPr>
            <a:lvl9pPr lvl="8">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118" name="Google Shape;118;p13"/>
          <p:cNvSpPr txBox="1">
            <a:spLocks noGrp="1"/>
          </p:cNvSpPr>
          <p:nvPr>
            <p:ph type="title" idx="15" hasCustomPrompt="1"/>
          </p:nvPr>
        </p:nvSpPr>
        <p:spPr>
          <a:xfrm>
            <a:off x="8462400" y="443975"/>
            <a:ext cx="453000" cy="310500"/>
          </a:xfrm>
          <a:prstGeom prst="rect">
            <a:avLst/>
          </a:prstGeom>
          <a:solidFill>
            <a:schemeClr val="dk1"/>
          </a:solidFill>
        </p:spPr>
        <p:txBody>
          <a:bodyPr spcFirstLastPara="1" wrap="square" lIns="91425" tIns="91425" rIns="91425" bIns="91425" anchor="ctr" anchorCtr="0">
            <a:noAutofit/>
          </a:bodyPr>
          <a:lstStyle>
            <a:lvl1pPr lvl="0" algn="ctr">
              <a:spcBef>
                <a:spcPts val="0"/>
              </a:spcBef>
              <a:spcAft>
                <a:spcPts val="0"/>
              </a:spcAft>
              <a:buSzPts val="3000"/>
              <a:buFont typeface="IBM Plex Mono"/>
              <a:buNone/>
              <a:defRPr sz="1600" b="0">
                <a:solidFill>
                  <a:schemeClr val="lt1"/>
                </a:solidFill>
                <a:latin typeface="IBM Plex Mono SemiBold"/>
                <a:ea typeface="IBM Plex Mono SemiBold"/>
                <a:cs typeface="IBM Plex Mono SemiBold"/>
                <a:sym typeface="IBM Plex Mono SemiBold"/>
              </a:defRPr>
            </a:lvl1pPr>
            <a:lvl2pPr lvl="1" algn="ctr">
              <a:spcBef>
                <a:spcPts val="0"/>
              </a:spcBef>
              <a:spcAft>
                <a:spcPts val="0"/>
              </a:spcAft>
              <a:buSzPts val="9600"/>
              <a:buFont typeface="IBM Plex Mono"/>
              <a:buNone/>
              <a:defRPr sz="9600">
                <a:latin typeface="IBM Plex Mono"/>
                <a:ea typeface="IBM Plex Mono"/>
                <a:cs typeface="IBM Plex Mono"/>
                <a:sym typeface="IBM Plex Mono"/>
              </a:defRPr>
            </a:lvl2pPr>
            <a:lvl3pPr lvl="2" algn="ctr">
              <a:spcBef>
                <a:spcPts val="0"/>
              </a:spcBef>
              <a:spcAft>
                <a:spcPts val="0"/>
              </a:spcAft>
              <a:buSzPts val="9600"/>
              <a:buFont typeface="IBM Plex Mono"/>
              <a:buNone/>
              <a:defRPr sz="9600">
                <a:latin typeface="IBM Plex Mono"/>
                <a:ea typeface="IBM Plex Mono"/>
                <a:cs typeface="IBM Plex Mono"/>
                <a:sym typeface="IBM Plex Mono"/>
              </a:defRPr>
            </a:lvl3pPr>
            <a:lvl4pPr lvl="3" algn="ctr">
              <a:spcBef>
                <a:spcPts val="0"/>
              </a:spcBef>
              <a:spcAft>
                <a:spcPts val="0"/>
              </a:spcAft>
              <a:buSzPts val="9600"/>
              <a:buFont typeface="IBM Plex Mono"/>
              <a:buNone/>
              <a:defRPr sz="9600">
                <a:latin typeface="IBM Plex Mono"/>
                <a:ea typeface="IBM Plex Mono"/>
                <a:cs typeface="IBM Plex Mono"/>
                <a:sym typeface="IBM Plex Mono"/>
              </a:defRPr>
            </a:lvl4pPr>
            <a:lvl5pPr lvl="4" algn="ctr">
              <a:spcBef>
                <a:spcPts val="0"/>
              </a:spcBef>
              <a:spcAft>
                <a:spcPts val="0"/>
              </a:spcAft>
              <a:buSzPts val="9600"/>
              <a:buFont typeface="IBM Plex Mono"/>
              <a:buNone/>
              <a:defRPr sz="9600">
                <a:latin typeface="IBM Plex Mono"/>
                <a:ea typeface="IBM Plex Mono"/>
                <a:cs typeface="IBM Plex Mono"/>
                <a:sym typeface="IBM Plex Mono"/>
              </a:defRPr>
            </a:lvl5pPr>
            <a:lvl6pPr lvl="5" algn="ctr">
              <a:spcBef>
                <a:spcPts val="0"/>
              </a:spcBef>
              <a:spcAft>
                <a:spcPts val="0"/>
              </a:spcAft>
              <a:buSzPts val="9600"/>
              <a:buFont typeface="IBM Plex Mono"/>
              <a:buNone/>
              <a:defRPr sz="9600">
                <a:latin typeface="IBM Plex Mono"/>
                <a:ea typeface="IBM Plex Mono"/>
                <a:cs typeface="IBM Plex Mono"/>
                <a:sym typeface="IBM Plex Mono"/>
              </a:defRPr>
            </a:lvl6pPr>
            <a:lvl7pPr lvl="6" algn="ctr">
              <a:spcBef>
                <a:spcPts val="0"/>
              </a:spcBef>
              <a:spcAft>
                <a:spcPts val="0"/>
              </a:spcAft>
              <a:buSzPts val="9600"/>
              <a:buFont typeface="IBM Plex Mono"/>
              <a:buNone/>
              <a:defRPr sz="9600">
                <a:latin typeface="IBM Plex Mono"/>
                <a:ea typeface="IBM Plex Mono"/>
                <a:cs typeface="IBM Plex Mono"/>
                <a:sym typeface="IBM Plex Mono"/>
              </a:defRPr>
            </a:lvl7pPr>
            <a:lvl8pPr lvl="7" algn="ctr">
              <a:spcBef>
                <a:spcPts val="0"/>
              </a:spcBef>
              <a:spcAft>
                <a:spcPts val="0"/>
              </a:spcAft>
              <a:buSzPts val="9600"/>
              <a:buFont typeface="IBM Plex Mono"/>
              <a:buNone/>
              <a:defRPr sz="9600">
                <a:latin typeface="IBM Plex Mono"/>
                <a:ea typeface="IBM Plex Mono"/>
                <a:cs typeface="IBM Plex Mono"/>
                <a:sym typeface="IBM Plex Mono"/>
              </a:defRPr>
            </a:lvl8pPr>
            <a:lvl9pPr lvl="8" algn="ctr">
              <a:spcBef>
                <a:spcPts val="0"/>
              </a:spcBef>
              <a:spcAft>
                <a:spcPts val="0"/>
              </a:spcAft>
              <a:buSzPts val="9600"/>
              <a:buFont typeface="IBM Plex Mono"/>
              <a:buNone/>
              <a:defRPr sz="9600">
                <a:latin typeface="IBM Plex Mono"/>
                <a:ea typeface="IBM Plex Mono"/>
                <a:cs typeface="IBM Plex Mono"/>
                <a:sym typeface="IBM Plex Mono"/>
              </a:defRPr>
            </a:lvl9pPr>
          </a:lstStyle>
          <a:p>
            <a:r>
              <a:t>xx%</a:t>
            </a:r>
          </a:p>
        </p:txBody>
      </p:sp>
      <p:sp>
        <p:nvSpPr>
          <p:cNvPr id="119" name="Google Shape;119;p13"/>
          <p:cNvSpPr txBox="1">
            <a:spLocks noGrp="1"/>
          </p:cNvSpPr>
          <p:nvPr>
            <p:ph type="title" idx="16" hasCustomPrompt="1"/>
          </p:nvPr>
        </p:nvSpPr>
        <p:spPr>
          <a:xfrm>
            <a:off x="8462400" y="1406261"/>
            <a:ext cx="453000" cy="310800"/>
          </a:xfrm>
          <a:prstGeom prst="rect">
            <a:avLst/>
          </a:prstGeom>
          <a:solidFill>
            <a:schemeClr val="dk1"/>
          </a:solidFill>
        </p:spPr>
        <p:txBody>
          <a:bodyPr spcFirstLastPara="1" wrap="square" lIns="91425" tIns="91425" rIns="91425" bIns="91425" anchor="ctr" anchorCtr="0">
            <a:noAutofit/>
          </a:bodyPr>
          <a:lstStyle>
            <a:lvl1pPr lvl="0" algn="ctr">
              <a:spcBef>
                <a:spcPts val="0"/>
              </a:spcBef>
              <a:spcAft>
                <a:spcPts val="0"/>
              </a:spcAft>
              <a:buSzPts val="3000"/>
              <a:buFont typeface="IBM Plex Mono"/>
              <a:buNone/>
              <a:defRPr sz="1600" b="0">
                <a:solidFill>
                  <a:schemeClr val="lt1"/>
                </a:solidFill>
                <a:latin typeface="IBM Plex Mono SemiBold"/>
                <a:ea typeface="IBM Plex Mono SemiBold"/>
                <a:cs typeface="IBM Plex Mono SemiBold"/>
                <a:sym typeface="IBM Plex Mono SemiBold"/>
              </a:defRPr>
            </a:lvl1pPr>
            <a:lvl2pPr lvl="1" algn="ctr">
              <a:spcBef>
                <a:spcPts val="0"/>
              </a:spcBef>
              <a:spcAft>
                <a:spcPts val="0"/>
              </a:spcAft>
              <a:buSzPts val="6200"/>
              <a:buFont typeface="IBM Plex Mono"/>
              <a:buNone/>
              <a:defRPr sz="6200">
                <a:latin typeface="IBM Plex Mono"/>
                <a:ea typeface="IBM Plex Mono"/>
                <a:cs typeface="IBM Plex Mono"/>
                <a:sym typeface="IBM Plex Mono"/>
              </a:defRPr>
            </a:lvl2pPr>
            <a:lvl3pPr lvl="2" algn="ctr">
              <a:spcBef>
                <a:spcPts val="0"/>
              </a:spcBef>
              <a:spcAft>
                <a:spcPts val="0"/>
              </a:spcAft>
              <a:buSzPts val="6200"/>
              <a:buFont typeface="IBM Plex Mono"/>
              <a:buNone/>
              <a:defRPr sz="6200">
                <a:latin typeface="IBM Plex Mono"/>
                <a:ea typeface="IBM Plex Mono"/>
                <a:cs typeface="IBM Plex Mono"/>
                <a:sym typeface="IBM Plex Mono"/>
              </a:defRPr>
            </a:lvl3pPr>
            <a:lvl4pPr lvl="3" algn="ctr">
              <a:spcBef>
                <a:spcPts val="0"/>
              </a:spcBef>
              <a:spcAft>
                <a:spcPts val="0"/>
              </a:spcAft>
              <a:buSzPts val="6200"/>
              <a:buFont typeface="IBM Plex Mono"/>
              <a:buNone/>
              <a:defRPr sz="6200">
                <a:latin typeface="IBM Plex Mono"/>
                <a:ea typeface="IBM Plex Mono"/>
                <a:cs typeface="IBM Plex Mono"/>
                <a:sym typeface="IBM Plex Mono"/>
              </a:defRPr>
            </a:lvl4pPr>
            <a:lvl5pPr lvl="4" algn="ctr">
              <a:spcBef>
                <a:spcPts val="0"/>
              </a:spcBef>
              <a:spcAft>
                <a:spcPts val="0"/>
              </a:spcAft>
              <a:buSzPts val="6200"/>
              <a:buFont typeface="IBM Plex Mono"/>
              <a:buNone/>
              <a:defRPr sz="6200">
                <a:latin typeface="IBM Plex Mono"/>
                <a:ea typeface="IBM Plex Mono"/>
                <a:cs typeface="IBM Plex Mono"/>
                <a:sym typeface="IBM Plex Mono"/>
              </a:defRPr>
            </a:lvl5pPr>
            <a:lvl6pPr lvl="5" algn="ctr">
              <a:spcBef>
                <a:spcPts val="0"/>
              </a:spcBef>
              <a:spcAft>
                <a:spcPts val="0"/>
              </a:spcAft>
              <a:buSzPts val="6200"/>
              <a:buFont typeface="IBM Plex Mono"/>
              <a:buNone/>
              <a:defRPr sz="6200">
                <a:latin typeface="IBM Plex Mono"/>
                <a:ea typeface="IBM Plex Mono"/>
                <a:cs typeface="IBM Plex Mono"/>
                <a:sym typeface="IBM Plex Mono"/>
              </a:defRPr>
            </a:lvl6pPr>
            <a:lvl7pPr lvl="6" algn="ctr">
              <a:spcBef>
                <a:spcPts val="0"/>
              </a:spcBef>
              <a:spcAft>
                <a:spcPts val="0"/>
              </a:spcAft>
              <a:buSzPts val="6200"/>
              <a:buFont typeface="IBM Plex Mono"/>
              <a:buNone/>
              <a:defRPr sz="6200">
                <a:latin typeface="IBM Plex Mono"/>
                <a:ea typeface="IBM Plex Mono"/>
                <a:cs typeface="IBM Plex Mono"/>
                <a:sym typeface="IBM Plex Mono"/>
              </a:defRPr>
            </a:lvl7pPr>
            <a:lvl8pPr lvl="7" algn="ctr">
              <a:spcBef>
                <a:spcPts val="0"/>
              </a:spcBef>
              <a:spcAft>
                <a:spcPts val="0"/>
              </a:spcAft>
              <a:buSzPts val="6200"/>
              <a:buFont typeface="IBM Plex Mono"/>
              <a:buNone/>
              <a:defRPr sz="6200">
                <a:latin typeface="IBM Plex Mono"/>
                <a:ea typeface="IBM Plex Mono"/>
                <a:cs typeface="IBM Plex Mono"/>
                <a:sym typeface="IBM Plex Mono"/>
              </a:defRPr>
            </a:lvl8pPr>
            <a:lvl9pPr lvl="8" algn="ctr">
              <a:spcBef>
                <a:spcPts val="0"/>
              </a:spcBef>
              <a:spcAft>
                <a:spcPts val="0"/>
              </a:spcAft>
              <a:buSzPts val="6200"/>
              <a:buFont typeface="IBM Plex Mono"/>
              <a:buNone/>
              <a:defRPr sz="6200">
                <a:latin typeface="IBM Plex Mono"/>
                <a:ea typeface="IBM Plex Mono"/>
                <a:cs typeface="IBM Plex Mono"/>
                <a:sym typeface="IBM Plex Mono"/>
              </a:defRPr>
            </a:lvl9pPr>
          </a:lstStyle>
          <a:p>
            <a:r>
              <a:t>xx%</a:t>
            </a:r>
          </a:p>
        </p:txBody>
      </p:sp>
      <p:sp>
        <p:nvSpPr>
          <p:cNvPr id="120" name="Google Shape;120;p13"/>
          <p:cNvSpPr txBox="1">
            <a:spLocks noGrp="1"/>
          </p:cNvSpPr>
          <p:nvPr>
            <p:ph type="title" idx="17" hasCustomPrompt="1"/>
          </p:nvPr>
        </p:nvSpPr>
        <p:spPr>
          <a:xfrm>
            <a:off x="8462400" y="3331432"/>
            <a:ext cx="453000" cy="310800"/>
          </a:xfrm>
          <a:prstGeom prst="rect">
            <a:avLst/>
          </a:prstGeom>
          <a:solidFill>
            <a:schemeClr val="dk1"/>
          </a:solidFill>
        </p:spPr>
        <p:txBody>
          <a:bodyPr spcFirstLastPara="1" wrap="square" lIns="91425" tIns="91425" rIns="91425" bIns="91425" anchor="ctr" anchorCtr="0">
            <a:noAutofit/>
          </a:bodyPr>
          <a:lstStyle>
            <a:lvl1pPr lvl="0" algn="ctr">
              <a:spcBef>
                <a:spcPts val="0"/>
              </a:spcBef>
              <a:spcAft>
                <a:spcPts val="0"/>
              </a:spcAft>
              <a:buSzPts val="3000"/>
              <a:buFont typeface="IBM Plex Mono"/>
              <a:buNone/>
              <a:defRPr sz="1600" b="0">
                <a:solidFill>
                  <a:schemeClr val="lt1"/>
                </a:solidFill>
                <a:latin typeface="IBM Plex Mono SemiBold"/>
                <a:ea typeface="IBM Plex Mono SemiBold"/>
                <a:cs typeface="IBM Plex Mono SemiBold"/>
                <a:sym typeface="IBM Plex Mono SemiBold"/>
              </a:defRPr>
            </a:lvl1pPr>
            <a:lvl2pPr lvl="1">
              <a:spcBef>
                <a:spcPts val="0"/>
              </a:spcBef>
              <a:spcAft>
                <a:spcPts val="0"/>
              </a:spcAft>
              <a:buSzPts val="3000"/>
              <a:buFont typeface="IBM Plex Mono"/>
              <a:buNone/>
              <a:defRPr sz="3000">
                <a:latin typeface="IBM Plex Mono"/>
                <a:ea typeface="IBM Plex Mono"/>
                <a:cs typeface="IBM Plex Mono"/>
                <a:sym typeface="IBM Plex Mono"/>
              </a:defRPr>
            </a:lvl2pPr>
            <a:lvl3pPr lvl="2">
              <a:spcBef>
                <a:spcPts val="0"/>
              </a:spcBef>
              <a:spcAft>
                <a:spcPts val="0"/>
              </a:spcAft>
              <a:buSzPts val="3000"/>
              <a:buFont typeface="IBM Plex Mono"/>
              <a:buNone/>
              <a:defRPr sz="3000">
                <a:latin typeface="IBM Plex Mono"/>
                <a:ea typeface="IBM Plex Mono"/>
                <a:cs typeface="IBM Plex Mono"/>
                <a:sym typeface="IBM Plex Mono"/>
              </a:defRPr>
            </a:lvl3pPr>
            <a:lvl4pPr lvl="3">
              <a:spcBef>
                <a:spcPts val="0"/>
              </a:spcBef>
              <a:spcAft>
                <a:spcPts val="0"/>
              </a:spcAft>
              <a:buSzPts val="3000"/>
              <a:buFont typeface="IBM Plex Mono"/>
              <a:buNone/>
              <a:defRPr sz="3000">
                <a:latin typeface="IBM Plex Mono"/>
                <a:ea typeface="IBM Plex Mono"/>
                <a:cs typeface="IBM Plex Mono"/>
                <a:sym typeface="IBM Plex Mono"/>
              </a:defRPr>
            </a:lvl4pPr>
            <a:lvl5pPr lvl="4">
              <a:spcBef>
                <a:spcPts val="0"/>
              </a:spcBef>
              <a:spcAft>
                <a:spcPts val="0"/>
              </a:spcAft>
              <a:buSzPts val="3000"/>
              <a:buFont typeface="IBM Plex Mono"/>
              <a:buNone/>
              <a:defRPr sz="3000">
                <a:latin typeface="IBM Plex Mono"/>
                <a:ea typeface="IBM Plex Mono"/>
                <a:cs typeface="IBM Plex Mono"/>
                <a:sym typeface="IBM Plex Mono"/>
              </a:defRPr>
            </a:lvl5pPr>
            <a:lvl6pPr lvl="5">
              <a:spcBef>
                <a:spcPts val="0"/>
              </a:spcBef>
              <a:spcAft>
                <a:spcPts val="0"/>
              </a:spcAft>
              <a:buSzPts val="3000"/>
              <a:buFont typeface="IBM Plex Mono"/>
              <a:buNone/>
              <a:defRPr sz="3000">
                <a:latin typeface="IBM Plex Mono"/>
                <a:ea typeface="IBM Plex Mono"/>
                <a:cs typeface="IBM Plex Mono"/>
                <a:sym typeface="IBM Plex Mono"/>
              </a:defRPr>
            </a:lvl6pPr>
            <a:lvl7pPr lvl="6">
              <a:spcBef>
                <a:spcPts val="0"/>
              </a:spcBef>
              <a:spcAft>
                <a:spcPts val="0"/>
              </a:spcAft>
              <a:buSzPts val="3000"/>
              <a:buFont typeface="IBM Plex Mono"/>
              <a:buNone/>
              <a:defRPr sz="3000">
                <a:latin typeface="IBM Plex Mono"/>
                <a:ea typeface="IBM Plex Mono"/>
                <a:cs typeface="IBM Plex Mono"/>
                <a:sym typeface="IBM Plex Mono"/>
              </a:defRPr>
            </a:lvl7pPr>
            <a:lvl8pPr lvl="7">
              <a:spcBef>
                <a:spcPts val="0"/>
              </a:spcBef>
              <a:spcAft>
                <a:spcPts val="0"/>
              </a:spcAft>
              <a:buSzPts val="3000"/>
              <a:buFont typeface="IBM Plex Mono"/>
              <a:buNone/>
              <a:defRPr sz="3000">
                <a:latin typeface="IBM Plex Mono"/>
                <a:ea typeface="IBM Plex Mono"/>
                <a:cs typeface="IBM Plex Mono"/>
                <a:sym typeface="IBM Plex Mono"/>
              </a:defRPr>
            </a:lvl8pPr>
            <a:lvl9pPr lvl="8">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121" name="Google Shape;121;p13"/>
          <p:cNvSpPr txBox="1">
            <a:spLocks noGrp="1"/>
          </p:cNvSpPr>
          <p:nvPr>
            <p:ph type="subTitle" idx="18"/>
          </p:nvPr>
        </p:nvSpPr>
        <p:spPr>
          <a:xfrm>
            <a:off x="6189850" y="3812700"/>
            <a:ext cx="2196600" cy="310800"/>
          </a:xfrm>
          <a:prstGeom prst="rect">
            <a:avLst/>
          </a:prstGeom>
        </p:spPr>
        <p:txBody>
          <a:bodyPr spcFirstLastPara="1" wrap="square" lIns="91425" tIns="91425" rIns="91425" bIns="91425" anchor="ctr" anchorCtr="0">
            <a:noAutofit/>
          </a:bodyPr>
          <a:lstStyle>
            <a:lvl1pPr lvl="0" algn="r">
              <a:lnSpc>
                <a:spcPct val="100000"/>
              </a:lnSpc>
              <a:spcBef>
                <a:spcPts val="0"/>
              </a:spcBef>
              <a:spcAft>
                <a:spcPts val="0"/>
              </a:spcAft>
              <a:buSzPts val="1400"/>
              <a:buFont typeface="Space Grotesk"/>
              <a:buNone/>
              <a:defRPr sz="1600" b="1">
                <a:solidFill>
                  <a:schemeClr val="dk2"/>
                </a:solidFill>
                <a:latin typeface="Space Grotesk"/>
                <a:ea typeface="Space Grotesk"/>
                <a:cs typeface="Space Grotesk"/>
                <a:sym typeface="Space Grotesk"/>
              </a:defRPr>
            </a:lvl1pPr>
            <a:lvl2pPr lvl="1" algn="ctr">
              <a:lnSpc>
                <a:spcPct val="100000"/>
              </a:lnSpc>
              <a:spcBef>
                <a:spcPts val="0"/>
              </a:spcBef>
              <a:spcAft>
                <a:spcPts val="0"/>
              </a:spcAft>
              <a:buSzPts val="1400"/>
              <a:buFont typeface="Space Grotesk"/>
              <a:buNone/>
              <a:defRPr>
                <a:latin typeface="Space Grotesk"/>
                <a:ea typeface="Space Grotesk"/>
                <a:cs typeface="Space Grotesk"/>
                <a:sym typeface="Space Grotesk"/>
              </a:defRPr>
            </a:lvl2pPr>
            <a:lvl3pPr lvl="2" algn="ctr">
              <a:lnSpc>
                <a:spcPct val="100000"/>
              </a:lnSpc>
              <a:spcBef>
                <a:spcPts val="0"/>
              </a:spcBef>
              <a:spcAft>
                <a:spcPts val="0"/>
              </a:spcAft>
              <a:buSzPts val="1400"/>
              <a:buFont typeface="Space Grotesk"/>
              <a:buNone/>
              <a:defRPr>
                <a:latin typeface="Space Grotesk"/>
                <a:ea typeface="Space Grotesk"/>
                <a:cs typeface="Space Grotesk"/>
                <a:sym typeface="Space Grotesk"/>
              </a:defRPr>
            </a:lvl3pPr>
            <a:lvl4pPr lvl="3" algn="ctr">
              <a:lnSpc>
                <a:spcPct val="100000"/>
              </a:lnSpc>
              <a:spcBef>
                <a:spcPts val="0"/>
              </a:spcBef>
              <a:spcAft>
                <a:spcPts val="0"/>
              </a:spcAft>
              <a:buSzPts val="1400"/>
              <a:buFont typeface="Space Grotesk"/>
              <a:buNone/>
              <a:defRPr>
                <a:latin typeface="Space Grotesk"/>
                <a:ea typeface="Space Grotesk"/>
                <a:cs typeface="Space Grotesk"/>
                <a:sym typeface="Space Grotesk"/>
              </a:defRPr>
            </a:lvl4pPr>
            <a:lvl5pPr lvl="4" algn="ctr">
              <a:lnSpc>
                <a:spcPct val="100000"/>
              </a:lnSpc>
              <a:spcBef>
                <a:spcPts val="0"/>
              </a:spcBef>
              <a:spcAft>
                <a:spcPts val="0"/>
              </a:spcAft>
              <a:buSzPts val="1400"/>
              <a:buFont typeface="Space Grotesk"/>
              <a:buNone/>
              <a:defRPr>
                <a:latin typeface="Space Grotesk"/>
                <a:ea typeface="Space Grotesk"/>
                <a:cs typeface="Space Grotesk"/>
                <a:sym typeface="Space Grotesk"/>
              </a:defRPr>
            </a:lvl5pPr>
            <a:lvl6pPr lvl="5" algn="ctr">
              <a:lnSpc>
                <a:spcPct val="100000"/>
              </a:lnSpc>
              <a:spcBef>
                <a:spcPts val="0"/>
              </a:spcBef>
              <a:spcAft>
                <a:spcPts val="0"/>
              </a:spcAft>
              <a:buSzPts val="1400"/>
              <a:buFont typeface="Space Grotesk"/>
              <a:buNone/>
              <a:defRPr>
                <a:latin typeface="Space Grotesk"/>
                <a:ea typeface="Space Grotesk"/>
                <a:cs typeface="Space Grotesk"/>
                <a:sym typeface="Space Grotesk"/>
              </a:defRPr>
            </a:lvl6pPr>
            <a:lvl7pPr lvl="6" algn="ctr">
              <a:lnSpc>
                <a:spcPct val="100000"/>
              </a:lnSpc>
              <a:spcBef>
                <a:spcPts val="0"/>
              </a:spcBef>
              <a:spcAft>
                <a:spcPts val="0"/>
              </a:spcAft>
              <a:buSzPts val="1400"/>
              <a:buFont typeface="Space Grotesk"/>
              <a:buNone/>
              <a:defRPr>
                <a:latin typeface="Space Grotesk"/>
                <a:ea typeface="Space Grotesk"/>
                <a:cs typeface="Space Grotesk"/>
                <a:sym typeface="Space Grotesk"/>
              </a:defRPr>
            </a:lvl7pPr>
            <a:lvl8pPr lvl="7" algn="ctr">
              <a:lnSpc>
                <a:spcPct val="100000"/>
              </a:lnSpc>
              <a:spcBef>
                <a:spcPts val="0"/>
              </a:spcBef>
              <a:spcAft>
                <a:spcPts val="0"/>
              </a:spcAft>
              <a:buSzPts val="1400"/>
              <a:buFont typeface="Space Grotesk"/>
              <a:buNone/>
              <a:defRPr>
                <a:latin typeface="Space Grotesk"/>
                <a:ea typeface="Space Grotesk"/>
                <a:cs typeface="Space Grotesk"/>
                <a:sym typeface="Space Grotesk"/>
              </a:defRPr>
            </a:lvl8pPr>
            <a:lvl9pPr lvl="8" algn="ctr">
              <a:lnSpc>
                <a:spcPct val="100000"/>
              </a:lnSpc>
              <a:spcBef>
                <a:spcPts val="0"/>
              </a:spcBef>
              <a:spcAft>
                <a:spcPts val="0"/>
              </a:spcAft>
              <a:buSzPts val="1400"/>
              <a:buFont typeface="Space Grotesk"/>
              <a:buNone/>
              <a:defRPr>
                <a:latin typeface="Space Grotesk"/>
                <a:ea typeface="Space Grotesk"/>
                <a:cs typeface="Space Grotesk"/>
                <a:sym typeface="Space Grotesk"/>
              </a:defRPr>
            </a:lvl9pPr>
          </a:lstStyle>
          <a:p>
            <a:endParaRPr/>
          </a:p>
        </p:txBody>
      </p:sp>
      <p:sp>
        <p:nvSpPr>
          <p:cNvPr id="122" name="Google Shape;122;p13"/>
          <p:cNvSpPr txBox="1">
            <a:spLocks noGrp="1"/>
          </p:cNvSpPr>
          <p:nvPr>
            <p:ph type="title" idx="19" hasCustomPrompt="1"/>
          </p:nvPr>
        </p:nvSpPr>
        <p:spPr>
          <a:xfrm>
            <a:off x="8462400" y="3812725"/>
            <a:ext cx="453000" cy="310800"/>
          </a:xfrm>
          <a:prstGeom prst="rect">
            <a:avLst/>
          </a:prstGeom>
          <a:solidFill>
            <a:schemeClr val="dk1"/>
          </a:solidFill>
        </p:spPr>
        <p:txBody>
          <a:bodyPr spcFirstLastPara="1" wrap="square" lIns="91425" tIns="91425" rIns="91425" bIns="91425" anchor="ctr" anchorCtr="0">
            <a:noAutofit/>
          </a:bodyPr>
          <a:lstStyle>
            <a:lvl1pPr lvl="0" algn="ctr">
              <a:spcBef>
                <a:spcPts val="0"/>
              </a:spcBef>
              <a:spcAft>
                <a:spcPts val="0"/>
              </a:spcAft>
              <a:buSzPts val="3000"/>
              <a:buFont typeface="IBM Plex Mono"/>
              <a:buNone/>
              <a:defRPr sz="1600" b="0">
                <a:solidFill>
                  <a:schemeClr val="lt1"/>
                </a:solidFill>
                <a:latin typeface="IBM Plex Mono SemiBold"/>
                <a:ea typeface="IBM Plex Mono SemiBold"/>
                <a:cs typeface="IBM Plex Mono SemiBold"/>
                <a:sym typeface="IBM Plex Mono SemiBold"/>
              </a:defRPr>
            </a:lvl1pPr>
            <a:lvl2pPr lvl="1">
              <a:spcBef>
                <a:spcPts val="0"/>
              </a:spcBef>
              <a:spcAft>
                <a:spcPts val="0"/>
              </a:spcAft>
              <a:buSzPts val="3000"/>
              <a:buFont typeface="IBM Plex Mono"/>
              <a:buNone/>
              <a:defRPr sz="3000">
                <a:latin typeface="IBM Plex Mono"/>
                <a:ea typeface="IBM Plex Mono"/>
                <a:cs typeface="IBM Plex Mono"/>
                <a:sym typeface="IBM Plex Mono"/>
              </a:defRPr>
            </a:lvl2pPr>
            <a:lvl3pPr lvl="2">
              <a:spcBef>
                <a:spcPts val="0"/>
              </a:spcBef>
              <a:spcAft>
                <a:spcPts val="0"/>
              </a:spcAft>
              <a:buSzPts val="3000"/>
              <a:buFont typeface="IBM Plex Mono"/>
              <a:buNone/>
              <a:defRPr sz="3000">
                <a:latin typeface="IBM Plex Mono"/>
                <a:ea typeface="IBM Plex Mono"/>
                <a:cs typeface="IBM Plex Mono"/>
                <a:sym typeface="IBM Plex Mono"/>
              </a:defRPr>
            </a:lvl3pPr>
            <a:lvl4pPr lvl="3">
              <a:spcBef>
                <a:spcPts val="0"/>
              </a:spcBef>
              <a:spcAft>
                <a:spcPts val="0"/>
              </a:spcAft>
              <a:buSzPts val="3000"/>
              <a:buFont typeface="IBM Plex Mono"/>
              <a:buNone/>
              <a:defRPr sz="3000">
                <a:latin typeface="IBM Plex Mono"/>
                <a:ea typeface="IBM Plex Mono"/>
                <a:cs typeface="IBM Plex Mono"/>
                <a:sym typeface="IBM Plex Mono"/>
              </a:defRPr>
            </a:lvl4pPr>
            <a:lvl5pPr lvl="4">
              <a:spcBef>
                <a:spcPts val="0"/>
              </a:spcBef>
              <a:spcAft>
                <a:spcPts val="0"/>
              </a:spcAft>
              <a:buSzPts val="3000"/>
              <a:buFont typeface="IBM Plex Mono"/>
              <a:buNone/>
              <a:defRPr sz="3000">
                <a:latin typeface="IBM Plex Mono"/>
                <a:ea typeface="IBM Plex Mono"/>
                <a:cs typeface="IBM Plex Mono"/>
                <a:sym typeface="IBM Plex Mono"/>
              </a:defRPr>
            </a:lvl5pPr>
            <a:lvl6pPr lvl="5">
              <a:spcBef>
                <a:spcPts val="0"/>
              </a:spcBef>
              <a:spcAft>
                <a:spcPts val="0"/>
              </a:spcAft>
              <a:buSzPts val="3000"/>
              <a:buFont typeface="IBM Plex Mono"/>
              <a:buNone/>
              <a:defRPr sz="3000">
                <a:latin typeface="IBM Plex Mono"/>
                <a:ea typeface="IBM Plex Mono"/>
                <a:cs typeface="IBM Plex Mono"/>
                <a:sym typeface="IBM Plex Mono"/>
              </a:defRPr>
            </a:lvl6pPr>
            <a:lvl7pPr lvl="6">
              <a:spcBef>
                <a:spcPts val="0"/>
              </a:spcBef>
              <a:spcAft>
                <a:spcPts val="0"/>
              </a:spcAft>
              <a:buSzPts val="3000"/>
              <a:buFont typeface="IBM Plex Mono"/>
              <a:buNone/>
              <a:defRPr sz="3000">
                <a:latin typeface="IBM Plex Mono"/>
                <a:ea typeface="IBM Plex Mono"/>
                <a:cs typeface="IBM Plex Mono"/>
                <a:sym typeface="IBM Plex Mono"/>
              </a:defRPr>
            </a:lvl7pPr>
            <a:lvl8pPr lvl="7">
              <a:spcBef>
                <a:spcPts val="0"/>
              </a:spcBef>
              <a:spcAft>
                <a:spcPts val="0"/>
              </a:spcAft>
              <a:buSzPts val="3000"/>
              <a:buFont typeface="IBM Plex Mono"/>
              <a:buNone/>
              <a:defRPr sz="3000">
                <a:latin typeface="IBM Plex Mono"/>
                <a:ea typeface="IBM Plex Mono"/>
                <a:cs typeface="IBM Plex Mono"/>
                <a:sym typeface="IBM Plex Mono"/>
              </a:defRPr>
            </a:lvl8pPr>
            <a:lvl9pPr lvl="8">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123" name="Google Shape;123;p13"/>
          <p:cNvSpPr txBox="1">
            <a:spLocks noGrp="1"/>
          </p:cNvSpPr>
          <p:nvPr>
            <p:ph type="subTitle" idx="20"/>
          </p:nvPr>
        </p:nvSpPr>
        <p:spPr>
          <a:xfrm>
            <a:off x="3572100" y="443975"/>
            <a:ext cx="2621100" cy="310800"/>
          </a:xfrm>
          <a:prstGeom prst="rect">
            <a:avLst/>
          </a:prstGeom>
        </p:spPr>
        <p:txBody>
          <a:bodyPr spcFirstLastPara="1" wrap="square" lIns="91425" tIns="91425" rIns="91425" bIns="91425" anchor="ctr" anchorCtr="0">
            <a:noAutofit/>
          </a:bodyPr>
          <a:lstStyle>
            <a:lvl1pPr lvl="0" algn="r">
              <a:lnSpc>
                <a:spcPct val="100000"/>
              </a:lnSpc>
              <a:spcBef>
                <a:spcPts val="0"/>
              </a:spcBef>
              <a:spcAft>
                <a:spcPts val="0"/>
              </a:spcAft>
              <a:buSzPts val="1500"/>
              <a:buNone/>
              <a:defRPr sz="1200"/>
            </a:lvl1pPr>
            <a:lvl2pPr lvl="1" algn="ctr">
              <a:lnSpc>
                <a:spcPct val="100000"/>
              </a:lnSpc>
              <a:spcBef>
                <a:spcPts val="0"/>
              </a:spcBef>
              <a:spcAft>
                <a:spcPts val="0"/>
              </a:spcAft>
              <a:buSzPts val="1500"/>
              <a:buNone/>
              <a:defRPr sz="1500"/>
            </a:lvl2pPr>
            <a:lvl3pPr lvl="2" algn="ctr">
              <a:lnSpc>
                <a:spcPct val="100000"/>
              </a:lnSpc>
              <a:spcBef>
                <a:spcPts val="0"/>
              </a:spcBef>
              <a:spcAft>
                <a:spcPts val="0"/>
              </a:spcAft>
              <a:buSzPts val="1500"/>
              <a:buNone/>
              <a:defRPr sz="1500"/>
            </a:lvl3pPr>
            <a:lvl4pPr lvl="3" algn="ctr">
              <a:lnSpc>
                <a:spcPct val="100000"/>
              </a:lnSpc>
              <a:spcBef>
                <a:spcPts val="0"/>
              </a:spcBef>
              <a:spcAft>
                <a:spcPts val="0"/>
              </a:spcAft>
              <a:buSzPts val="1500"/>
              <a:buNone/>
              <a:defRPr sz="1500"/>
            </a:lvl4pPr>
            <a:lvl5pPr lvl="4" algn="ctr">
              <a:lnSpc>
                <a:spcPct val="100000"/>
              </a:lnSpc>
              <a:spcBef>
                <a:spcPts val="0"/>
              </a:spcBef>
              <a:spcAft>
                <a:spcPts val="0"/>
              </a:spcAft>
              <a:buSzPts val="1500"/>
              <a:buNone/>
              <a:defRPr sz="1500"/>
            </a:lvl5pPr>
            <a:lvl6pPr lvl="5" algn="ctr">
              <a:lnSpc>
                <a:spcPct val="100000"/>
              </a:lnSpc>
              <a:spcBef>
                <a:spcPts val="0"/>
              </a:spcBef>
              <a:spcAft>
                <a:spcPts val="0"/>
              </a:spcAft>
              <a:buSzPts val="1500"/>
              <a:buNone/>
              <a:defRPr sz="1500"/>
            </a:lvl6pPr>
            <a:lvl7pPr lvl="6" algn="ctr">
              <a:lnSpc>
                <a:spcPct val="100000"/>
              </a:lnSpc>
              <a:spcBef>
                <a:spcPts val="0"/>
              </a:spcBef>
              <a:spcAft>
                <a:spcPts val="0"/>
              </a:spcAft>
              <a:buSzPts val="1500"/>
              <a:buNone/>
              <a:defRPr sz="1500"/>
            </a:lvl7pPr>
            <a:lvl8pPr lvl="7" algn="ctr">
              <a:lnSpc>
                <a:spcPct val="100000"/>
              </a:lnSpc>
              <a:spcBef>
                <a:spcPts val="0"/>
              </a:spcBef>
              <a:spcAft>
                <a:spcPts val="0"/>
              </a:spcAft>
              <a:buSzPts val="1500"/>
              <a:buNone/>
              <a:defRPr sz="1500"/>
            </a:lvl8pPr>
            <a:lvl9pPr lvl="8" algn="ctr">
              <a:lnSpc>
                <a:spcPct val="100000"/>
              </a:lnSpc>
              <a:spcBef>
                <a:spcPts val="0"/>
              </a:spcBef>
              <a:spcAft>
                <a:spcPts val="0"/>
              </a:spcAft>
              <a:buSzPts val="1500"/>
              <a:buNone/>
              <a:defRPr sz="1500"/>
            </a:lvl9pPr>
          </a:lstStyle>
          <a:p>
            <a:endParaRPr/>
          </a:p>
        </p:txBody>
      </p:sp>
      <p:sp>
        <p:nvSpPr>
          <p:cNvPr id="124" name="Google Shape;124;p13"/>
          <p:cNvSpPr txBox="1">
            <a:spLocks noGrp="1"/>
          </p:cNvSpPr>
          <p:nvPr>
            <p:ph type="subTitle" idx="21"/>
          </p:nvPr>
        </p:nvSpPr>
        <p:spPr>
          <a:xfrm>
            <a:off x="3572100" y="925221"/>
            <a:ext cx="2621100" cy="310800"/>
          </a:xfrm>
          <a:prstGeom prst="rect">
            <a:avLst/>
          </a:prstGeom>
        </p:spPr>
        <p:txBody>
          <a:bodyPr spcFirstLastPara="1" wrap="square" lIns="91425" tIns="91425" rIns="91425" bIns="91425" anchor="ctr" anchorCtr="0">
            <a:noAutofit/>
          </a:bodyPr>
          <a:lstStyle>
            <a:lvl1pPr lvl="0" algn="r">
              <a:lnSpc>
                <a:spcPct val="100000"/>
              </a:lnSpc>
              <a:spcBef>
                <a:spcPts val="0"/>
              </a:spcBef>
              <a:spcAft>
                <a:spcPts val="0"/>
              </a:spcAft>
              <a:buSzPts val="1500"/>
              <a:buNone/>
              <a:defRPr sz="1200"/>
            </a:lvl1pPr>
            <a:lvl2pPr lvl="1" algn="ctr">
              <a:lnSpc>
                <a:spcPct val="100000"/>
              </a:lnSpc>
              <a:spcBef>
                <a:spcPts val="0"/>
              </a:spcBef>
              <a:spcAft>
                <a:spcPts val="0"/>
              </a:spcAft>
              <a:buSzPts val="1500"/>
              <a:buNone/>
              <a:defRPr sz="1500"/>
            </a:lvl2pPr>
            <a:lvl3pPr lvl="2" algn="ctr">
              <a:lnSpc>
                <a:spcPct val="100000"/>
              </a:lnSpc>
              <a:spcBef>
                <a:spcPts val="0"/>
              </a:spcBef>
              <a:spcAft>
                <a:spcPts val="0"/>
              </a:spcAft>
              <a:buSzPts val="1500"/>
              <a:buNone/>
              <a:defRPr sz="1500"/>
            </a:lvl3pPr>
            <a:lvl4pPr lvl="3" algn="ctr">
              <a:lnSpc>
                <a:spcPct val="100000"/>
              </a:lnSpc>
              <a:spcBef>
                <a:spcPts val="0"/>
              </a:spcBef>
              <a:spcAft>
                <a:spcPts val="0"/>
              </a:spcAft>
              <a:buSzPts val="1500"/>
              <a:buNone/>
              <a:defRPr sz="1500"/>
            </a:lvl4pPr>
            <a:lvl5pPr lvl="4" algn="ctr">
              <a:lnSpc>
                <a:spcPct val="100000"/>
              </a:lnSpc>
              <a:spcBef>
                <a:spcPts val="0"/>
              </a:spcBef>
              <a:spcAft>
                <a:spcPts val="0"/>
              </a:spcAft>
              <a:buSzPts val="1500"/>
              <a:buNone/>
              <a:defRPr sz="1500"/>
            </a:lvl5pPr>
            <a:lvl6pPr lvl="5" algn="ctr">
              <a:lnSpc>
                <a:spcPct val="100000"/>
              </a:lnSpc>
              <a:spcBef>
                <a:spcPts val="0"/>
              </a:spcBef>
              <a:spcAft>
                <a:spcPts val="0"/>
              </a:spcAft>
              <a:buSzPts val="1500"/>
              <a:buNone/>
              <a:defRPr sz="1500"/>
            </a:lvl6pPr>
            <a:lvl7pPr lvl="6" algn="ctr">
              <a:lnSpc>
                <a:spcPct val="100000"/>
              </a:lnSpc>
              <a:spcBef>
                <a:spcPts val="0"/>
              </a:spcBef>
              <a:spcAft>
                <a:spcPts val="0"/>
              </a:spcAft>
              <a:buSzPts val="1500"/>
              <a:buNone/>
              <a:defRPr sz="1500"/>
            </a:lvl7pPr>
            <a:lvl8pPr lvl="7" algn="ctr">
              <a:lnSpc>
                <a:spcPct val="100000"/>
              </a:lnSpc>
              <a:spcBef>
                <a:spcPts val="0"/>
              </a:spcBef>
              <a:spcAft>
                <a:spcPts val="0"/>
              </a:spcAft>
              <a:buSzPts val="1500"/>
              <a:buNone/>
              <a:defRPr sz="1500"/>
            </a:lvl8pPr>
            <a:lvl9pPr lvl="8" algn="ctr">
              <a:lnSpc>
                <a:spcPct val="100000"/>
              </a:lnSpc>
              <a:spcBef>
                <a:spcPts val="0"/>
              </a:spcBef>
              <a:spcAft>
                <a:spcPts val="0"/>
              </a:spcAft>
              <a:buSzPts val="1500"/>
              <a:buNone/>
              <a:defRPr sz="1500"/>
            </a:lvl9pPr>
          </a:lstStyle>
          <a:p>
            <a:endParaRPr/>
          </a:p>
        </p:txBody>
      </p:sp>
      <p:sp>
        <p:nvSpPr>
          <p:cNvPr id="125" name="Google Shape;125;p13"/>
          <p:cNvSpPr txBox="1">
            <a:spLocks noGrp="1"/>
          </p:cNvSpPr>
          <p:nvPr>
            <p:ph type="subTitle" idx="22"/>
          </p:nvPr>
        </p:nvSpPr>
        <p:spPr>
          <a:xfrm>
            <a:off x="3572100" y="1406468"/>
            <a:ext cx="2621100" cy="310800"/>
          </a:xfrm>
          <a:prstGeom prst="rect">
            <a:avLst/>
          </a:prstGeom>
        </p:spPr>
        <p:txBody>
          <a:bodyPr spcFirstLastPara="1" wrap="square" lIns="91425" tIns="91425" rIns="91425" bIns="91425" anchor="ctr" anchorCtr="0">
            <a:noAutofit/>
          </a:bodyPr>
          <a:lstStyle>
            <a:lvl1pPr lvl="0" algn="r">
              <a:lnSpc>
                <a:spcPct val="100000"/>
              </a:lnSpc>
              <a:spcBef>
                <a:spcPts val="0"/>
              </a:spcBef>
              <a:spcAft>
                <a:spcPts val="0"/>
              </a:spcAft>
              <a:buSzPts val="1500"/>
              <a:buNone/>
              <a:defRPr sz="1200"/>
            </a:lvl1pPr>
            <a:lvl2pPr lvl="1" algn="ctr">
              <a:lnSpc>
                <a:spcPct val="100000"/>
              </a:lnSpc>
              <a:spcBef>
                <a:spcPts val="0"/>
              </a:spcBef>
              <a:spcAft>
                <a:spcPts val="0"/>
              </a:spcAft>
              <a:buSzPts val="1500"/>
              <a:buNone/>
              <a:defRPr sz="1500"/>
            </a:lvl2pPr>
            <a:lvl3pPr lvl="2" algn="ctr">
              <a:lnSpc>
                <a:spcPct val="100000"/>
              </a:lnSpc>
              <a:spcBef>
                <a:spcPts val="0"/>
              </a:spcBef>
              <a:spcAft>
                <a:spcPts val="0"/>
              </a:spcAft>
              <a:buSzPts val="1500"/>
              <a:buNone/>
              <a:defRPr sz="1500"/>
            </a:lvl3pPr>
            <a:lvl4pPr lvl="3" algn="ctr">
              <a:lnSpc>
                <a:spcPct val="100000"/>
              </a:lnSpc>
              <a:spcBef>
                <a:spcPts val="0"/>
              </a:spcBef>
              <a:spcAft>
                <a:spcPts val="0"/>
              </a:spcAft>
              <a:buSzPts val="1500"/>
              <a:buNone/>
              <a:defRPr sz="1500"/>
            </a:lvl4pPr>
            <a:lvl5pPr lvl="4" algn="ctr">
              <a:lnSpc>
                <a:spcPct val="100000"/>
              </a:lnSpc>
              <a:spcBef>
                <a:spcPts val="0"/>
              </a:spcBef>
              <a:spcAft>
                <a:spcPts val="0"/>
              </a:spcAft>
              <a:buSzPts val="1500"/>
              <a:buNone/>
              <a:defRPr sz="1500"/>
            </a:lvl5pPr>
            <a:lvl6pPr lvl="5" algn="ctr">
              <a:lnSpc>
                <a:spcPct val="100000"/>
              </a:lnSpc>
              <a:spcBef>
                <a:spcPts val="0"/>
              </a:spcBef>
              <a:spcAft>
                <a:spcPts val="0"/>
              </a:spcAft>
              <a:buSzPts val="1500"/>
              <a:buNone/>
              <a:defRPr sz="1500"/>
            </a:lvl6pPr>
            <a:lvl7pPr lvl="6" algn="ctr">
              <a:lnSpc>
                <a:spcPct val="100000"/>
              </a:lnSpc>
              <a:spcBef>
                <a:spcPts val="0"/>
              </a:spcBef>
              <a:spcAft>
                <a:spcPts val="0"/>
              </a:spcAft>
              <a:buSzPts val="1500"/>
              <a:buNone/>
              <a:defRPr sz="1500"/>
            </a:lvl7pPr>
            <a:lvl8pPr lvl="7" algn="ctr">
              <a:lnSpc>
                <a:spcPct val="100000"/>
              </a:lnSpc>
              <a:spcBef>
                <a:spcPts val="0"/>
              </a:spcBef>
              <a:spcAft>
                <a:spcPts val="0"/>
              </a:spcAft>
              <a:buSzPts val="1500"/>
              <a:buNone/>
              <a:defRPr sz="1500"/>
            </a:lvl8pPr>
            <a:lvl9pPr lvl="8" algn="ctr">
              <a:lnSpc>
                <a:spcPct val="100000"/>
              </a:lnSpc>
              <a:spcBef>
                <a:spcPts val="0"/>
              </a:spcBef>
              <a:spcAft>
                <a:spcPts val="0"/>
              </a:spcAft>
              <a:buSzPts val="1500"/>
              <a:buNone/>
              <a:defRPr sz="1500"/>
            </a:lvl9pPr>
          </a:lstStyle>
          <a:p>
            <a:endParaRPr/>
          </a:p>
        </p:txBody>
      </p:sp>
      <p:sp>
        <p:nvSpPr>
          <p:cNvPr id="126" name="Google Shape;126;p13"/>
          <p:cNvSpPr txBox="1">
            <a:spLocks noGrp="1"/>
          </p:cNvSpPr>
          <p:nvPr>
            <p:ph type="subTitle" idx="23"/>
          </p:nvPr>
        </p:nvSpPr>
        <p:spPr>
          <a:xfrm>
            <a:off x="3572100" y="1887714"/>
            <a:ext cx="2621100" cy="310800"/>
          </a:xfrm>
          <a:prstGeom prst="rect">
            <a:avLst/>
          </a:prstGeom>
        </p:spPr>
        <p:txBody>
          <a:bodyPr spcFirstLastPara="1" wrap="square" lIns="91425" tIns="91425" rIns="91425" bIns="91425" anchor="ctr" anchorCtr="0">
            <a:noAutofit/>
          </a:bodyPr>
          <a:lstStyle>
            <a:lvl1pPr lvl="0" algn="r">
              <a:lnSpc>
                <a:spcPct val="100000"/>
              </a:lnSpc>
              <a:spcBef>
                <a:spcPts val="0"/>
              </a:spcBef>
              <a:spcAft>
                <a:spcPts val="0"/>
              </a:spcAft>
              <a:buSzPts val="1500"/>
              <a:buNone/>
              <a:defRPr sz="1200"/>
            </a:lvl1pPr>
            <a:lvl2pPr lvl="1" algn="ctr">
              <a:lnSpc>
                <a:spcPct val="100000"/>
              </a:lnSpc>
              <a:spcBef>
                <a:spcPts val="0"/>
              </a:spcBef>
              <a:spcAft>
                <a:spcPts val="0"/>
              </a:spcAft>
              <a:buSzPts val="1500"/>
              <a:buNone/>
              <a:defRPr sz="1500"/>
            </a:lvl2pPr>
            <a:lvl3pPr lvl="2" algn="ctr">
              <a:lnSpc>
                <a:spcPct val="100000"/>
              </a:lnSpc>
              <a:spcBef>
                <a:spcPts val="0"/>
              </a:spcBef>
              <a:spcAft>
                <a:spcPts val="0"/>
              </a:spcAft>
              <a:buSzPts val="1500"/>
              <a:buNone/>
              <a:defRPr sz="1500"/>
            </a:lvl3pPr>
            <a:lvl4pPr lvl="3" algn="ctr">
              <a:lnSpc>
                <a:spcPct val="100000"/>
              </a:lnSpc>
              <a:spcBef>
                <a:spcPts val="0"/>
              </a:spcBef>
              <a:spcAft>
                <a:spcPts val="0"/>
              </a:spcAft>
              <a:buSzPts val="1500"/>
              <a:buNone/>
              <a:defRPr sz="1500"/>
            </a:lvl4pPr>
            <a:lvl5pPr lvl="4" algn="ctr">
              <a:lnSpc>
                <a:spcPct val="100000"/>
              </a:lnSpc>
              <a:spcBef>
                <a:spcPts val="0"/>
              </a:spcBef>
              <a:spcAft>
                <a:spcPts val="0"/>
              </a:spcAft>
              <a:buSzPts val="1500"/>
              <a:buNone/>
              <a:defRPr sz="1500"/>
            </a:lvl5pPr>
            <a:lvl6pPr lvl="5" algn="ctr">
              <a:lnSpc>
                <a:spcPct val="100000"/>
              </a:lnSpc>
              <a:spcBef>
                <a:spcPts val="0"/>
              </a:spcBef>
              <a:spcAft>
                <a:spcPts val="0"/>
              </a:spcAft>
              <a:buSzPts val="1500"/>
              <a:buNone/>
              <a:defRPr sz="1500"/>
            </a:lvl6pPr>
            <a:lvl7pPr lvl="6" algn="ctr">
              <a:lnSpc>
                <a:spcPct val="100000"/>
              </a:lnSpc>
              <a:spcBef>
                <a:spcPts val="0"/>
              </a:spcBef>
              <a:spcAft>
                <a:spcPts val="0"/>
              </a:spcAft>
              <a:buSzPts val="1500"/>
              <a:buNone/>
              <a:defRPr sz="1500"/>
            </a:lvl7pPr>
            <a:lvl8pPr lvl="7" algn="ctr">
              <a:lnSpc>
                <a:spcPct val="100000"/>
              </a:lnSpc>
              <a:spcBef>
                <a:spcPts val="0"/>
              </a:spcBef>
              <a:spcAft>
                <a:spcPts val="0"/>
              </a:spcAft>
              <a:buSzPts val="1500"/>
              <a:buNone/>
              <a:defRPr sz="1500"/>
            </a:lvl8pPr>
            <a:lvl9pPr lvl="8" algn="ctr">
              <a:lnSpc>
                <a:spcPct val="100000"/>
              </a:lnSpc>
              <a:spcBef>
                <a:spcPts val="0"/>
              </a:spcBef>
              <a:spcAft>
                <a:spcPts val="0"/>
              </a:spcAft>
              <a:buSzPts val="1500"/>
              <a:buNone/>
              <a:defRPr sz="1500"/>
            </a:lvl9pPr>
          </a:lstStyle>
          <a:p>
            <a:endParaRPr/>
          </a:p>
        </p:txBody>
      </p:sp>
      <p:sp>
        <p:nvSpPr>
          <p:cNvPr id="127" name="Google Shape;127;p13"/>
          <p:cNvSpPr txBox="1">
            <a:spLocks noGrp="1"/>
          </p:cNvSpPr>
          <p:nvPr>
            <p:ph type="subTitle" idx="24"/>
          </p:nvPr>
        </p:nvSpPr>
        <p:spPr>
          <a:xfrm>
            <a:off x="3572100" y="2368961"/>
            <a:ext cx="2621100" cy="310800"/>
          </a:xfrm>
          <a:prstGeom prst="rect">
            <a:avLst/>
          </a:prstGeom>
        </p:spPr>
        <p:txBody>
          <a:bodyPr spcFirstLastPara="1" wrap="square" lIns="91425" tIns="91425" rIns="91425" bIns="91425" anchor="ctr" anchorCtr="0">
            <a:noAutofit/>
          </a:bodyPr>
          <a:lstStyle>
            <a:lvl1pPr lvl="0" algn="r">
              <a:lnSpc>
                <a:spcPct val="100000"/>
              </a:lnSpc>
              <a:spcBef>
                <a:spcPts val="0"/>
              </a:spcBef>
              <a:spcAft>
                <a:spcPts val="0"/>
              </a:spcAft>
              <a:buSzPts val="1500"/>
              <a:buNone/>
              <a:defRPr sz="1200"/>
            </a:lvl1pPr>
            <a:lvl2pPr lvl="1" algn="ctr">
              <a:lnSpc>
                <a:spcPct val="100000"/>
              </a:lnSpc>
              <a:spcBef>
                <a:spcPts val="0"/>
              </a:spcBef>
              <a:spcAft>
                <a:spcPts val="0"/>
              </a:spcAft>
              <a:buSzPts val="1500"/>
              <a:buNone/>
              <a:defRPr sz="1500"/>
            </a:lvl2pPr>
            <a:lvl3pPr lvl="2" algn="ctr">
              <a:lnSpc>
                <a:spcPct val="100000"/>
              </a:lnSpc>
              <a:spcBef>
                <a:spcPts val="0"/>
              </a:spcBef>
              <a:spcAft>
                <a:spcPts val="0"/>
              </a:spcAft>
              <a:buSzPts val="1500"/>
              <a:buNone/>
              <a:defRPr sz="1500"/>
            </a:lvl3pPr>
            <a:lvl4pPr lvl="3" algn="ctr">
              <a:lnSpc>
                <a:spcPct val="100000"/>
              </a:lnSpc>
              <a:spcBef>
                <a:spcPts val="0"/>
              </a:spcBef>
              <a:spcAft>
                <a:spcPts val="0"/>
              </a:spcAft>
              <a:buSzPts val="1500"/>
              <a:buNone/>
              <a:defRPr sz="1500"/>
            </a:lvl4pPr>
            <a:lvl5pPr lvl="4" algn="ctr">
              <a:lnSpc>
                <a:spcPct val="100000"/>
              </a:lnSpc>
              <a:spcBef>
                <a:spcPts val="0"/>
              </a:spcBef>
              <a:spcAft>
                <a:spcPts val="0"/>
              </a:spcAft>
              <a:buSzPts val="1500"/>
              <a:buNone/>
              <a:defRPr sz="1500"/>
            </a:lvl5pPr>
            <a:lvl6pPr lvl="5" algn="ctr">
              <a:lnSpc>
                <a:spcPct val="100000"/>
              </a:lnSpc>
              <a:spcBef>
                <a:spcPts val="0"/>
              </a:spcBef>
              <a:spcAft>
                <a:spcPts val="0"/>
              </a:spcAft>
              <a:buSzPts val="1500"/>
              <a:buNone/>
              <a:defRPr sz="1500"/>
            </a:lvl6pPr>
            <a:lvl7pPr lvl="6" algn="ctr">
              <a:lnSpc>
                <a:spcPct val="100000"/>
              </a:lnSpc>
              <a:spcBef>
                <a:spcPts val="0"/>
              </a:spcBef>
              <a:spcAft>
                <a:spcPts val="0"/>
              </a:spcAft>
              <a:buSzPts val="1500"/>
              <a:buNone/>
              <a:defRPr sz="1500"/>
            </a:lvl7pPr>
            <a:lvl8pPr lvl="7" algn="ctr">
              <a:lnSpc>
                <a:spcPct val="100000"/>
              </a:lnSpc>
              <a:spcBef>
                <a:spcPts val="0"/>
              </a:spcBef>
              <a:spcAft>
                <a:spcPts val="0"/>
              </a:spcAft>
              <a:buSzPts val="1500"/>
              <a:buNone/>
              <a:defRPr sz="1500"/>
            </a:lvl8pPr>
            <a:lvl9pPr lvl="8" algn="ctr">
              <a:lnSpc>
                <a:spcPct val="100000"/>
              </a:lnSpc>
              <a:spcBef>
                <a:spcPts val="0"/>
              </a:spcBef>
              <a:spcAft>
                <a:spcPts val="0"/>
              </a:spcAft>
              <a:buSzPts val="1500"/>
              <a:buNone/>
              <a:defRPr sz="1500"/>
            </a:lvl9pPr>
          </a:lstStyle>
          <a:p>
            <a:endParaRPr/>
          </a:p>
        </p:txBody>
      </p:sp>
      <p:sp>
        <p:nvSpPr>
          <p:cNvPr id="128" name="Google Shape;128;p13"/>
          <p:cNvSpPr txBox="1">
            <a:spLocks noGrp="1"/>
          </p:cNvSpPr>
          <p:nvPr>
            <p:ph type="subTitle" idx="25"/>
          </p:nvPr>
        </p:nvSpPr>
        <p:spPr>
          <a:xfrm>
            <a:off x="3572100" y="2850207"/>
            <a:ext cx="2621100" cy="310800"/>
          </a:xfrm>
          <a:prstGeom prst="rect">
            <a:avLst/>
          </a:prstGeom>
        </p:spPr>
        <p:txBody>
          <a:bodyPr spcFirstLastPara="1" wrap="square" lIns="91425" tIns="91425" rIns="91425" bIns="91425" anchor="ctr" anchorCtr="0">
            <a:noAutofit/>
          </a:bodyPr>
          <a:lstStyle>
            <a:lvl1pPr lvl="0" algn="r">
              <a:lnSpc>
                <a:spcPct val="100000"/>
              </a:lnSpc>
              <a:spcBef>
                <a:spcPts val="0"/>
              </a:spcBef>
              <a:spcAft>
                <a:spcPts val="0"/>
              </a:spcAft>
              <a:buSzPts val="1500"/>
              <a:buNone/>
              <a:defRPr sz="1200"/>
            </a:lvl1pPr>
            <a:lvl2pPr lvl="1" algn="ctr">
              <a:lnSpc>
                <a:spcPct val="100000"/>
              </a:lnSpc>
              <a:spcBef>
                <a:spcPts val="0"/>
              </a:spcBef>
              <a:spcAft>
                <a:spcPts val="0"/>
              </a:spcAft>
              <a:buSzPts val="1500"/>
              <a:buNone/>
              <a:defRPr sz="1500"/>
            </a:lvl2pPr>
            <a:lvl3pPr lvl="2" algn="ctr">
              <a:lnSpc>
                <a:spcPct val="100000"/>
              </a:lnSpc>
              <a:spcBef>
                <a:spcPts val="0"/>
              </a:spcBef>
              <a:spcAft>
                <a:spcPts val="0"/>
              </a:spcAft>
              <a:buSzPts val="1500"/>
              <a:buNone/>
              <a:defRPr sz="1500"/>
            </a:lvl3pPr>
            <a:lvl4pPr lvl="3" algn="ctr">
              <a:lnSpc>
                <a:spcPct val="100000"/>
              </a:lnSpc>
              <a:spcBef>
                <a:spcPts val="0"/>
              </a:spcBef>
              <a:spcAft>
                <a:spcPts val="0"/>
              </a:spcAft>
              <a:buSzPts val="1500"/>
              <a:buNone/>
              <a:defRPr sz="1500"/>
            </a:lvl4pPr>
            <a:lvl5pPr lvl="4" algn="ctr">
              <a:lnSpc>
                <a:spcPct val="100000"/>
              </a:lnSpc>
              <a:spcBef>
                <a:spcPts val="0"/>
              </a:spcBef>
              <a:spcAft>
                <a:spcPts val="0"/>
              </a:spcAft>
              <a:buSzPts val="1500"/>
              <a:buNone/>
              <a:defRPr sz="1500"/>
            </a:lvl5pPr>
            <a:lvl6pPr lvl="5" algn="ctr">
              <a:lnSpc>
                <a:spcPct val="100000"/>
              </a:lnSpc>
              <a:spcBef>
                <a:spcPts val="0"/>
              </a:spcBef>
              <a:spcAft>
                <a:spcPts val="0"/>
              </a:spcAft>
              <a:buSzPts val="1500"/>
              <a:buNone/>
              <a:defRPr sz="1500"/>
            </a:lvl6pPr>
            <a:lvl7pPr lvl="6" algn="ctr">
              <a:lnSpc>
                <a:spcPct val="100000"/>
              </a:lnSpc>
              <a:spcBef>
                <a:spcPts val="0"/>
              </a:spcBef>
              <a:spcAft>
                <a:spcPts val="0"/>
              </a:spcAft>
              <a:buSzPts val="1500"/>
              <a:buNone/>
              <a:defRPr sz="1500"/>
            </a:lvl7pPr>
            <a:lvl8pPr lvl="7" algn="ctr">
              <a:lnSpc>
                <a:spcPct val="100000"/>
              </a:lnSpc>
              <a:spcBef>
                <a:spcPts val="0"/>
              </a:spcBef>
              <a:spcAft>
                <a:spcPts val="0"/>
              </a:spcAft>
              <a:buSzPts val="1500"/>
              <a:buNone/>
              <a:defRPr sz="1500"/>
            </a:lvl8pPr>
            <a:lvl9pPr lvl="8" algn="ctr">
              <a:lnSpc>
                <a:spcPct val="100000"/>
              </a:lnSpc>
              <a:spcBef>
                <a:spcPts val="0"/>
              </a:spcBef>
              <a:spcAft>
                <a:spcPts val="0"/>
              </a:spcAft>
              <a:buSzPts val="1500"/>
              <a:buNone/>
              <a:defRPr sz="1500"/>
            </a:lvl9pPr>
          </a:lstStyle>
          <a:p>
            <a:endParaRPr/>
          </a:p>
        </p:txBody>
      </p:sp>
      <p:sp>
        <p:nvSpPr>
          <p:cNvPr id="129" name="Google Shape;129;p13"/>
          <p:cNvSpPr txBox="1">
            <a:spLocks noGrp="1"/>
          </p:cNvSpPr>
          <p:nvPr>
            <p:ph type="subTitle" idx="26"/>
          </p:nvPr>
        </p:nvSpPr>
        <p:spPr>
          <a:xfrm>
            <a:off x="3572100" y="3331454"/>
            <a:ext cx="2621100" cy="310800"/>
          </a:xfrm>
          <a:prstGeom prst="rect">
            <a:avLst/>
          </a:prstGeom>
        </p:spPr>
        <p:txBody>
          <a:bodyPr spcFirstLastPara="1" wrap="square" lIns="91425" tIns="91425" rIns="91425" bIns="91425" anchor="ctr" anchorCtr="0">
            <a:noAutofit/>
          </a:bodyPr>
          <a:lstStyle>
            <a:lvl1pPr lvl="0" algn="r">
              <a:lnSpc>
                <a:spcPct val="100000"/>
              </a:lnSpc>
              <a:spcBef>
                <a:spcPts val="0"/>
              </a:spcBef>
              <a:spcAft>
                <a:spcPts val="0"/>
              </a:spcAft>
              <a:buSzPts val="1500"/>
              <a:buNone/>
              <a:defRPr sz="1200"/>
            </a:lvl1pPr>
            <a:lvl2pPr lvl="1" algn="ctr">
              <a:lnSpc>
                <a:spcPct val="100000"/>
              </a:lnSpc>
              <a:spcBef>
                <a:spcPts val="0"/>
              </a:spcBef>
              <a:spcAft>
                <a:spcPts val="0"/>
              </a:spcAft>
              <a:buSzPts val="1500"/>
              <a:buNone/>
              <a:defRPr sz="1500"/>
            </a:lvl2pPr>
            <a:lvl3pPr lvl="2" algn="ctr">
              <a:lnSpc>
                <a:spcPct val="100000"/>
              </a:lnSpc>
              <a:spcBef>
                <a:spcPts val="0"/>
              </a:spcBef>
              <a:spcAft>
                <a:spcPts val="0"/>
              </a:spcAft>
              <a:buSzPts val="1500"/>
              <a:buNone/>
              <a:defRPr sz="1500"/>
            </a:lvl3pPr>
            <a:lvl4pPr lvl="3" algn="ctr">
              <a:lnSpc>
                <a:spcPct val="100000"/>
              </a:lnSpc>
              <a:spcBef>
                <a:spcPts val="0"/>
              </a:spcBef>
              <a:spcAft>
                <a:spcPts val="0"/>
              </a:spcAft>
              <a:buSzPts val="1500"/>
              <a:buNone/>
              <a:defRPr sz="1500"/>
            </a:lvl4pPr>
            <a:lvl5pPr lvl="4" algn="ctr">
              <a:lnSpc>
                <a:spcPct val="100000"/>
              </a:lnSpc>
              <a:spcBef>
                <a:spcPts val="0"/>
              </a:spcBef>
              <a:spcAft>
                <a:spcPts val="0"/>
              </a:spcAft>
              <a:buSzPts val="1500"/>
              <a:buNone/>
              <a:defRPr sz="1500"/>
            </a:lvl5pPr>
            <a:lvl6pPr lvl="5" algn="ctr">
              <a:lnSpc>
                <a:spcPct val="100000"/>
              </a:lnSpc>
              <a:spcBef>
                <a:spcPts val="0"/>
              </a:spcBef>
              <a:spcAft>
                <a:spcPts val="0"/>
              </a:spcAft>
              <a:buSzPts val="1500"/>
              <a:buNone/>
              <a:defRPr sz="1500"/>
            </a:lvl6pPr>
            <a:lvl7pPr lvl="6" algn="ctr">
              <a:lnSpc>
                <a:spcPct val="100000"/>
              </a:lnSpc>
              <a:spcBef>
                <a:spcPts val="0"/>
              </a:spcBef>
              <a:spcAft>
                <a:spcPts val="0"/>
              </a:spcAft>
              <a:buSzPts val="1500"/>
              <a:buNone/>
              <a:defRPr sz="1500"/>
            </a:lvl7pPr>
            <a:lvl8pPr lvl="7" algn="ctr">
              <a:lnSpc>
                <a:spcPct val="100000"/>
              </a:lnSpc>
              <a:spcBef>
                <a:spcPts val="0"/>
              </a:spcBef>
              <a:spcAft>
                <a:spcPts val="0"/>
              </a:spcAft>
              <a:buSzPts val="1500"/>
              <a:buNone/>
              <a:defRPr sz="1500"/>
            </a:lvl8pPr>
            <a:lvl9pPr lvl="8" algn="ctr">
              <a:lnSpc>
                <a:spcPct val="100000"/>
              </a:lnSpc>
              <a:spcBef>
                <a:spcPts val="0"/>
              </a:spcBef>
              <a:spcAft>
                <a:spcPts val="0"/>
              </a:spcAft>
              <a:buSzPts val="1500"/>
              <a:buNone/>
              <a:defRPr sz="1500"/>
            </a:lvl9pPr>
          </a:lstStyle>
          <a:p>
            <a:endParaRPr/>
          </a:p>
        </p:txBody>
      </p:sp>
      <p:sp>
        <p:nvSpPr>
          <p:cNvPr id="130" name="Google Shape;130;p13"/>
          <p:cNvSpPr txBox="1">
            <a:spLocks noGrp="1"/>
          </p:cNvSpPr>
          <p:nvPr>
            <p:ph type="subTitle" idx="27"/>
          </p:nvPr>
        </p:nvSpPr>
        <p:spPr>
          <a:xfrm>
            <a:off x="3572100" y="3812700"/>
            <a:ext cx="2621100" cy="310800"/>
          </a:xfrm>
          <a:prstGeom prst="rect">
            <a:avLst/>
          </a:prstGeom>
        </p:spPr>
        <p:txBody>
          <a:bodyPr spcFirstLastPara="1" wrap="square" lIns="91425" tIns="91425" rIns="91425" bIns="91425" anchor="ctr" anchorCtr="0">
            <a:noAutofit/>
          </a:bodyPr>
          <a:lstStyle>
            <a:lvl1pPr lvl="0" algn="r">
              <a:lnSpc>
                <a:spcPct val="100000"/>
              </a:lnSpc>
              <a:spcBef>
                <a:spcPts val="0"/>
              </a:spcBef>
              <a:spcAft>
                <a:spcPts val="0"/>
              </a:spcAft>
              <a:buSzPts val="1500"/>
              <a:buNone/>
              <a:defRPr sz="1200"/>
            </a:lvl1pPr>
            <a:lvl2pPr lvl="1" algn="ctr">
              <a:lnSpc>
                <a:spcPct val="100000"/>
              </a:lnSpc>
              <a:spcBef>
                <a:spcPts val="0"/>
              </a:spcBef>
              <a:spcAft>
                <a:spcPts val="0"/>
              </a:spcAft>
              <a:buSzPts val="1500"/>
              <a:buNone/>
              <a:defRPr sz="1500"/>
            </a:lvl2pPr>
            <a:lvl3pPr lvl="2" algn="ctr">
              <a:lnSpc>
                <a:spcPct val="100000"/>
              </a:lnSpc>
              <a:spcBef>
                <a:spcPts val="0"/>
              </a:spcBef>
              <a:spcAft>
                <a:spcPts val="0"/>
              </a:spcAft>
              <a:buSzPts val="1500"/>
              <a:buNone/>
              <a:defRPr sz="1500"/>
            </a:lvl3pPr>
            <a:lvl4pPr lvl="3" algn="ctr">
              <a:lnSpc>
                <a:spcPct val="100000"/>
              </a:lnSpc>
              <a:spcBef>
                <a:spcPts val="0"/>
              </a:spcBef>
              <a:spcAft>
                <a:spcPts val="0"/>
              </a:spcAft>
              <a:buSzPts val="1500"/>
              <a:buNone/>
              <a:defRPr sz="1500"/>
            </a:lvl4pPr>
            <a:lvl5pPr lvl="4" algn="ctr">
              <a:lnSpc>
                <a:spcPct val="100000"/>
              </a:lnSpc>
              <a:spcBef>
                <a:spcPts val="0"/>
              </a:spcBef>
              <a:spcAft>
                <a:spcPts val="0"/>
              </a:spcAft>
              <a:buSzPts val="1500"/>
              <a:buNone/>
              <a:defRPr sz="1500"/>
            </a:lvl5pPr>
            <a:lvl6pPr lvl="5" algn="ctr">
              <a:lnSpc>
                <a:spcPct val="100000"/>
              </a:lnSpc>
              <a:spcBef>
                <a:spcPts val="0"/>
              </a:spcBef>
              <a:spcAft>
                <a:spcPts val="0"/>
              </a:spcAft>
              <a:buSzPts val="1500"/>
              <a:buNone/>
              <a:defRPr sz="1500"/>
            </a:lvl6pPr>
            <a:lvl7pPr lvl="6" algn="ctr">
              <a:lnSpc>
                <a:spcPct val="100000"/>
              </a:lnSpc>
              <a:spcBef>
                <a:spcPts val="0"/>
              </a:spcBef>
              <a:spcAft>
                <a:spcPts val="0"/>
              </a:spcAft>
              <a:buSzPts val="1500"/>
              <a:buNone/>
              <a:defRPr sz="1500"/>
            </a:lvl7pPr>
            <a:lvl8pPr lvl="7" algn="ctr">
              <a:lnSpc>
                <a:spcPct val="100000"/>
              </a:lnSpc>
              <a:spcBef>
                <a:spcPts val="0"/>
              </a:spcBef>
              <a:spcAft>
                <a:spcPts val="0"/>
              </a:spcAft>
              <a:buSzPts val="1500"/>
              <a:buNone/>
              <a:defRPr sz="1500"/>
            </a:lvl8pPr>
            <a:lvl9pPr lvl="8" algn="ctr">
              <a:lnSpc>
                <a:spcPct val="100000"/>
              </a:lnSpc>
              <a:spcBef>
                <a:spcPts val="0"/>
              </a:spcBef>
              <a:spcAft>
                <a:spcPts val="0"/>
              </a:spcAft>
              <a:buSzPts val="1500"/>
              <a:buNone/>
              <a:defRPr sz="1500"/>
            </a:lvl9pPr>
          </a:lstStyle>
          <a:p>
            <a:endParaRPr/>
          </a:p>
        </p:txBody>
      </p:sp>
    </p:spTree>
  </p:cSld>
  <p:clrMapOvr>
    <a:masterClrMapping/>
  </p:clrMapOvr>
  <p:transition spd="slow">
    <p:push dir="u"/>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131"/>
        <p:cNvGrpSpPr/>
        <p:nvPr/>
      </p:nvGrpSpPr>
      <p:grpSpPr>
        <a:xfrm>
          <a:off x="0" y="0"/>
          <a:ext cx="0" cy="0"/>
          <a:chOff x="0" y="0"/>
          <a:chExt cx="0" cy="0"/>
        </a:xfrm>
      </p:grpSpPr>
      <p:grpSp>
        <p:nvGrpSpPr>
          <p:cNvPr id="132" name="Google Shape;132;p14"/>
          <p:cNvGrpSpPr/>
          <p:nvPr/>
        </p:nvGrpSpPr>
        <p:grpSpPr>
          <a:xfrm>
            <a:off x="100" y="0"/>
            <a:ext cx="9144000" cy="228600"/>
            <a:chOff x="100" y="0"/>
            <a:chExt cx="9144000" cy="228600"/>
          </a:xfrm>
        </p:grpSpPr>
        <p:sp>
          <p:nvSpPr>
            <p:cNvPr id="133" name="Google Shape;133;p14"/>
            <p:cNvSpPr/>
            <p:nvPr/>
          </p:nvSpPr>
          <p:spPr>
            <a:xfrm>
              <a:off x="100" y="0"/>
              <a:ext cx="9144000" cy="2286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nvGrpSpPr>
            <p:cNvPr id="134" name="Google Shape;134;p14"/>
            <p:cNvGrpSpPr/>
            <p:nvPr/>
          </p:nvGrpSpPr>
          <p:grpSpPr>
            <a:xfrm>
              <a:off x="228600" y="75300"/>
              <a:ext cx="339251" cy="78000"/>
              <a:chOff x="228600" y="75300"/>
              <a:chExt cx="339251" cy="78000"/>
            </a:xfrm>
          </p:grpSpPr>
          <p:sp>
            <p:nvSpPr>
              <p:cNvPr id="135" name="Google Shape;135;p14"/>
              <p:cNvSpPr/>
              <p:nvPr/>
            </p:nvSpPr>
            <p:spPr>
              <a:xfrm>
                <a:off x="228600" y="75300"/>
                <a:ext cx="78000" cy="78000"/>
              </a:xfrm>
              <a:prstGeom prst="ellipse">
                <a:avLst/>
              </a:prstGeom>
              <a:solidFill>
                <a:schemeClr val="lt1"/>
              </a:solidFill>
              <a:ln>
                <a:noFill/>
              </a:ln>
            </p:spPr>
            <p:txBody>
              <a:bodyPr spcFirstLastPara="1" wrap="square" lIns="32550" tIns="32550" rIns="32550" bIns="32550" anchor="ctr" anchorCtr="0">
                <a:noAutofit/>
              </a:bodyPr>
              <a:lstStyle/>
              <a:p>
                <a:pPr marL="0" lvl="0" indent="0" algn="ctr" rtl="0">
                  <a:spcBef>
                    <a:spcPts val="0"/>
                  </a:spcBef>
                  <a:spcAft>
                    <a:spcPts val="0"/>
                  </a:spcAft>
                  <a:buNone/>
                </a:pPr>
                <a:endParaRPr sz="498">
                  <a:latin typeface="Lato"/>
                  <a:ea typeface="Lato"/>
                  <a:cs typeface="Lato"/>
                  <a:sym typeface="Lato"/>
                </a:endParaRPr>
              </a:p>
            </p:txBody>
          </p:sp>
          <p:sp>
            <p:nvSpPr>
              <p:cNvPr id="136" name="Google Shape;136;p14"/>
              <p:cNvSpPr/>
              <p:nvPr/>
            </p:nvSpPr>
            <p:spPr>
              <a:xfrm>
                <a:off x="359226" y="75300"/>
                <a:ext cx="78000" cy="78000"/>
              </a:xfrm>
              <a:prstGeom prst="ellipse">
                <a:avLst/>
              </a:prstGeom>
              <a:solidFill>
                <a:schemeClr val="lt1"/>
              </a:solidFill>
              <a:ln>
                <a:noFill/>
              </a:ln>
            </p:spPr>
            <p:txBody>
              <a:bodyPr spcFirstLastPara="1" wrap="square" lIns="32550" tIns="32550" rIns="32550" bIns="32550" anchor="ctr" anchorCtr="0">
                <a:noAutofit/>
              </a:bodyPr>
              <a:lstStyle/>
              <a:p>
                <a:pPr marL="0" lvl="0" indent="0" algn="ctr" rtl="0">
                  <a:spcBef>
                    <a:spcPts val="0"/>
                  </a:spcBef>
                  <a:spcAft>
                    <a:spcPts val="0"/>
                  </a:spcAft>
                  <a:buNone/>
                </a:pPr>
                <a:endParaRPr sz="498">
                  <a:latin typeface="Lato"/>
                  <a:ea typeface="Lato"/>
                  <a:cs typeface="Lato"/>
                  <a:sym typeface="Lato"/>
                </a:endParaRPr>
              </a:p>
            </p:txBody>
          </p:sp>
          <p:sp>
            <p:nvSpPr>
              <p:cNvPr id="137" name="Google Shape;137;p14"/>
              <p:cNvSpPr/>
              <p:nvPr/>
            </p:nvSpPr>
            <p:spPr>
              <a:xfrm>
                <a:off x="489851" y="75300"/>
                <a:ext cx="78000" cy="78000"/>
              </a:xfrm>
              <a:prstGeom prst="ellipse">
                <a:avLst/>
              </a:prstGeom>
              <a:solidFill>
                <a:schemeClr val="lt1"/>
              </a:solidFill>
              <a:ln>
                <a:noFill/>
              </a:ln>
            </p:spPr>
            <p:txBody>
              <a:bodyPr spcFirstLastPara="1" wrap="square" lIns="32550" tIns="32550" rIns="32550" bIns="32550" anchor="ctr" anchorCtr="0">
                <a:noAutofit/>
              </a:bodyPr>
              <a:lstStyle/>
              <a:p>
                <a:pPr marL="0" lvl="0" indent="0" algn="ctr" rtl="0">
                  <a:spcBef>
                    <a:spcPts val="0"/>
                  </a:spcBef>
                  <a:spcAft>
                    <a:spcPts val="0"/>
                  </a:spcAft>
                  <a:buNone/>
                </a:pPr>
                <a:endParaRPr sz="498">
                  <a:latin typeface="Lato"/>
                  <a:ea typeface="Lato"/>
                  <a:cs typeface="Lato"/>
                  <a:sym typeface="Lato"/>
                </a:endParaRPr>
              </a:p>
            </p:txBody>
          </p:sp>
        </p:grpSp>
      </p:grpSp>
      <p:sp>
        <p:nvSpPr>
          <p:cNvPr id="138" name="Google Shape;138;p14"/>
          <p:cNvSpPr txBox="1">
            <a:spLocks noGrp="1"/>
          </p:cNvSpPr>
          <p:nvPr>
            <p:ph type="title"/>
          </p:nvPr>
        </p:nvSpPr>
        <p:spPr>
          <a:xfrm>
            <a:off x="228600" y="863250"/>
            <a:ext cx="5562600" cy="1569900"/>
          </a:xfrm>
          <a:prstGeom prst="rect">
            <a:avLst/>
          </a:prstGeom>
          <a:ln>
            <a:noFill/>
          </a:ln>
        </p:spPr>
        <p:txBody>
          <a:bodyPr spcFirstLastPara="1" wrap="square" lIns="91425" tIns="91425" rIns="91425" bIns="91425" anchor="t" anchorCtr="0">
            <a:noAutofit/>
          </a:bodyPr>
          <a:lstStyle>
            <a:lvl1pPr lvl="0" algn="l">
              <a:spcBef>
                <a:spcPts val="0"/>
              </a:spcBef>
              <a:spcAft>
                <a:spcPts val="0"/>
              </a:spcAft>
              <a:buSzPts val="2600"/>
              <a:buNone/>
              <a:defRPr sz="4500"/>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a:endParaRPr/>
          </a:p>
        </p:txBody>
      </p:sp>
      <p:sp>
        <p:nvSpPr>
          <p:cNvPr id="139" name="Google Shape;139;p14"/>
          <p:cNvSpPr txBox="1">
            <a:spLocks noGrp="1"/>
          </p:cNvSpPr>
          <p:nvPr>
            <p:ph type="subTitle" idx="1"/>
          </p:nvPr>
        </p:nvSpPr>
        <p:spPr>
          <a:xfrm>
            <a:off x="3352800" y="2661750"/>
            <a:ext cx="5562600" cy="1847100"/>
          </a:xfrm>
          <a:prstGeom prst="rect">
            <a:avLst/>
          </a:prstGeom>
        </p:spPr>
        <p:txBody>
          <a:bodyPr spcFirstLastPara="1" wrap="square" lIns="91425" tIns="91425" rIns="91425" bIns="91425" anchor="t" anchorCtr="0">
            <a:noAutofit/>
          </a:bodyPr>
          <a:lstStyle>
            <a:lvl1pPr lvl="0" algn="r">
              <a:spcBef>
                <a:spcPts val="0"/>
              </a:spcBef>
              <a:spcAft>
                <a:spcPts val="0"/>
              </a:spcAft>
              <a:buSzPts val="1400"/>
              <a:buNone/>
              <a:defRPr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transition spd="slow">
    <p:push dir="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1">
  <p:cSld name="ONE_COLUMN_TEXT_1">
    <p:spTree>
      <p:nvGrpSpPr>
        <p:cNvPr id="1" name="Shape 140"/>
        <p:cNvGrpSpPr/>
        <p:nvPr/>
      </p:nvGrpSpPr>
      <p:grpSpPr>
        <a:xfrm>
          <a:off x="0" y="0"/>
          <a:ext cx="0" cy="0"/>
          <a:chOff x="0" y="0"/>
          <a:chExt cx="0" cy="0"/>
        </a:xfrm>
      </p:grpSpPr>
      <p:grpSp>
        <p:nvGrpSpPr>
          <p:cNvPr id="141" name="Google Shape;141;p15"/>
          <p:cNvGrpSpPr/>
          <p:nvPr/>
        </p:nvGrpSpPr>
        <p:grpSpPr>
          <a:xfrm>
            <a:off x="100" y="0"/>
            <a:ext cx="9144000" cy="228600"/>
            <a:chOff x="100" y="0"/>
            <a:chExt cx="9144000" cy="228600"/>
          </a:xfrm>
        </p:grpSpPr>
        <p:sp>
          <p:nvSpPr>
            <p:cNvPr id="142" name="Google Shape;142;p15"/>
            <p:cNvSpPr/>
            <p:nvPr/>
          </p:nvSpPr>
          <p:spPr>
            <a:xfrm>
              <a:off x="100" y="0"/>
              <a:ext cx="9144000" cy="2286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nvGrpSpPr>
            <p:cNvPr id="143" name="Google Shape;143;p15"/>
            <p:cNvGrpSpPr/>
            <p:nvPr/>
          </p:nvGrpSpPr>
          <p:grpSpPr>
            <a:xfrm>
              <a:off x="228600" y="75300"/>
              <a:ext cx="339251" cy="78000"/>
              <a:chOff x="228600" y="75300"/>
              <a:chExt cx="339251" cy="78000"/>
            </a:xfrm>
          </p:grpSpPr>
          <p:sp>
            <p:nvSpPr>
              <p:cNvPr id="144" name="Google Shape;144;p15"/>
              <p:cNvSpPr/>
              <p:nvPr/>
            </p:nvSpPr>
            <p:spPr>
              <a:xfrm>
                <a:off x="228600" y="75300"/>
                <a:ext cx="78000" cy="78000"/>
              </a:xfrm>
              <a:prstGeom prst="ellipse">
                <a:avLst/>
              </a:prstGeom>
              <a:solidFill>
                <a:schemeClr val="lt1"/>
              </a:solidFill>
              <a:ln>
                <a:noFill/>
              </a:ln>
            </p:spPr>
            <p:txBody>
              <a:bodyPr spcFirstLastPara="1" wrap="square" lIns="32550" tIns="32550" rIns="32550" bIns="32550" anchor="ctr" anchorCtr="0">
                <a:noAutofit/>
              </a:bodyPr>
              <a:lstStyle/>
              <a:p>
                <a:pPr marL="0" lvl="0" indent="0" algn="ctr" rtl="0">
                  <a:spcBef>
                    <a:spcPts val="0"/>
                  </a:spcBef>
                  <a:spcAft>
                    <a:spcPts val="0"/>
                  </a:spcAft>
                  <a:buNone/>
                </a:pPr>
                <a:endParaRPr sz="498">
                  <a:latin typeface="Lato"/>
                  <a:ea typeface="Lato"/>
                  <a:cs typeface="Lato"/>
                  <a:sym typeface="Lato"/>
                </a:endParaRPr>
              </a:p>
            </p:txBody>
          </p:sp>
          <p:sp>
            <p:nvSpPr>
              <p:cNvPr id="145" name="Google Shape;145;p15"/>
              <p:cNvSpPr/>
              <p:nvPr/>
            </p:nvSpPr>
            <p:spPr>
              <a:xfrm>
                <a:off x="359226" y="75300"/>
                <a:ext cx="78000" cy="78000"/>
              </a:xfrm>
              <a:prstGeom prst="ellipse">
                <a:avLst/>
              </a:prstGeom>
              <a:solidFill>
                <a:schemeClr val="lt1"/>
              </a:solidFill>
              <a:ln>
                <a:noFill/>
              </a:ln>
            </p:spPr>
            <p:txBody>
              <a:bodyPr spcFirstLastPara="1" wrap="square" lIns="32550" tIns="32550" rIns="32550" bIns="32550" anchor="ctr" anchorCtr="0">
                <a:noAutofit/>
              </a:bodyPr>
              <a:lstStyle/>
              <a:p>
                <a:pPr marL="0" lvl="0" indent="0" algn="ctr" rtl="0">
                  <a:spcBef>
                    <a:spcPts val="0"/>
                  </a:spcBef>
                  <a:spcAft>
                    <a:spcPts val="0"/>
                  </a:spcAft>
                  <a:buNone/>
                </a:pPr>
                <a:endParaRPr sz="498">
                  <a:latin typeface="Lato"/>
                  <a:ea typeface="Lato"/>
                  <a:cs typeface="Lato"/>
                  <a:sym typeface="Lato"/>
                </a:endParaRPr>
              </a:p>
            </p:txBody>
          </p:sp>
          <p:sp>
            <p:nvSpPr>
              <p:cNvPr id="146" name="Google Shape;146;p15"/>
              <p:cNvSpPr/>
              <p:nvPr/>
            </p:nvSpPr>
            <p:spPr>
              <a:xfrm>
                <a:off x="489851" y="75300"/>
                <a:ext cx="78000" cy="78000"/>
              </a:xfrm>
              <a:prstGeom prst="ellipse">
                <a:avLst/>
              </a:prstGeom>
              <a:solidFill>
                <a:schemeClr val="lt1"/>
              </a:solidFill>
              <a:ln>
                <a:noFill/>
              </a:ln>
            </p:spPr>
            <p:txBody>
              <a:bodyPr spcFirstLastPara="1" wrap="square" lIns="32550" tIns="32550" rIns="32550" bIns="32550" anchor="ctr" anchorCtr="0">
                <a:noAutofit/>
              </a:bodyPr>
              <a:lstStyle/>
              <a:p>
                <a:pPr marL="0" lvl="0" indent="0" algn="ctr" rtl="0">
                  <a:spcBef>
                    <a:spcPts val="0"/>
                  </a:spcBef>
                  <a:spcAft>
                    <a:spcPts val="0"/>
                  </a:spcAft>
                  <a:buNone/>
                </a:pPr>
                <a:endParaRPr sz="498">
                  <a:latin typeface="Lato"/>
                  <a:ea typeface="Lato"/>
                  <a:cs typeface="Lato"/>
                  <a:sym typeface="Lato"/>
                </a:endParaRPr>
              </a:p>
            </p:txBody>
          </p:sp>
        </p:grpSp>
      </p:grpSp>
      <p:sp>
        <p:nvSpPr>
          <p:cNvPr id="147" name="Google Shape;147;p15"/>
          <p:cNvSpPr txBox="1">
            <a:spLocks noGrp="1"/>
          </p:cNvSpPr>
          <p:nvPr>
            <p:ph type="title"/>
          </p:nvPr>
        </p:nvSpPr>
        <p:spPr>
          <a:xfrm>
            <a:off x="223825" y="3359100"/>
            <a:ext cx="6265800" cy="651900"/>
          </a:xfrm>
          <a:prstGeom prst="rect">
            <a:avLst/>
          </a:prstGeom>
        </p:spPr>
        <p:txBody>
          <a:bodyPr spcFirstLastPara="1" wrap="square" lIns="91425" tIns="91425" rIns="91425" bIns="91425" anchor="t" anchorCtr="0">
            <a:noAutofit/>
          </a:bodyPr>
          <a:lstStyle>
            <a:lvl1pPr lvl="0">
              <a:spcBef>
                <a:spcPts val="0"/>
              </a:spcBef>
              <a:spcAft>
                <a:spcPts val="0"/>
              </a:spcAft>
              <a:buSzPts val="2600"/>
              <a:buNone/>
              <a:defRPr/>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a:endParaRPr/>
          </a:p>
        </p:txBody>
      </p:sp>
      <p:sp>
        <p:nvSpPr>
          <p:cNvPr id="148" name="Google Shape;148;p15"/>
          <p:cNvSpPr>
            <a:spLocks noGrp="1"/>
          </p:cNvSpPr>
          <p:nvPr>
            <p:ph type="pic" idx="2"/>
          </p:nvPr>
        </p:nvSpPr>
        <p:spPr>
          <a:xfrm>
            <a:off x="228600" y="633000"/>
            <a:ext cx="7299600" cy="2646000"/>
          </a:xfrm>
          <a:prstGeom prst="rect">
            <a:avLst/>
          </a:prstGeom>
          <a:noFill/>
          <a:ln>
            <a:noFill/>
          </a:ln>
        </p:spPr>
      </p:sp>
      <p:sp>
        <p:nvSpPr>
          <p:cNvPr id="149" name="Google Shape;149;p15"/>
          <p:cNvSpPr txBox="1">
            <a:spLocks noGrp="1"/>
          </p:cNvSpPr>
          <p:nvPr>
            <p:ph type="subTitle" idx="1"/>
          </p:nvPr>
        </p:nvSpPr>
        <p:spPr>
          <a:xfrm>
            <a:off x="223825" y="4011000"/>
            <a:ext cx="8691600" cy="747000"/>
          </a:xfrm>
          <a:prstGeom prst="rect">
            <a:avLst/>
          </a:prstGeom>
        </p:spPr>
        <p:txBody>
          <a:bodyPr spcFirstLastPara="1" wrap="square" lIns="91425" tIns="91425" rIns="91425" bIns="91425" anchor="b" anchorCtr="0">
            <a:noAutofit/>
          </a:bodyPr>
          <a:lstStyle>
            <a:lvl1pPr lvl="0" algn="r">
              <a:lnSpc>
                <a:spcPct val="100000"/>
              </a:lnSpc>
              <a:spcBef>
                <a:spcPts val="0"/>
              </a:spcBef>
              <a:spcAft>
                <a:spcPts val="0"/>
              </a:spcAft>
              <a:buSzPts val="1400"/>
              <a:buChar char="●"/>
              <a:defRPr sz="1200"/>
            </a:lvl1pPr>
            <a:lvl2pPr lvl="1" algn="ctr">
              <a:lnSpc>
                <a:spcPct val="100000"/>
              </a:lnSpc>
              <a:spcBef>
                <a:spcPts val="0"/>
              </a:spcBef>
              <a:spcAft>
                <a:spcPts val="0"/>
              </a:spcAft>
              <a:buSzPts val="1400"/>
              <a:buChar char="○"/>
              <a:defRPr/>
            </a:lvl2pPr>
            <a:lvl3pPr lvl="2" algn="ctr">
              <a:lnSpc>
                <a:spcPct val="100000"/>
              </a:lnSpc>
              <a:spcBef>
                <a:spcPts val="0"/>
              </a:spcBef>
              <a:spcAft>
                <a:spcPts val="0"/>
              </a:spcAft>
              <a:buSzPts val="1400"/>
              <a:buChar char="■"/>
              <a:defRPr/>
            </a:lvl3pPr>
            <a:lvl4pPr lvl="3" algn="ctr">
              <a:lnSpc>
                <a:spcPct val="100000"/>
              </a:lnSpc>
              <a:spcBef>
                <a:spcPts val="0"/>
              </a:spcBef>
              <a:spcAft>
                <a:spcPts val="0"/>
              </a:spcAft>
              <a:buSzPts val="1400"/>
              <a:buChar char="●"/>
              <a:defRPr/>
            </a:lvl4pPr>
            <a:lvl5pPr lvl="4" algn="ctr">
              <a:lnSpc>
                <a:spcPct val="100000"/>
              </a:lnSpc>
              <a:spcBef>
                <a:spcPts val="0"/>
              </a:spcBef>
              <a:spcAft>
                <a:spcPts val="0"/>
              </a:spcAft>
              <a:buSzPts val="1400"/>
              <a:buChar char="○"/>
              <a:defRPr/>
            </a:lvl5pPr>
            <a:lvl6pPr lvl="5" algn="ctr">
              <a:lnSpc>
                <a:spcPct val="100000"/>
              </a:lnSpc>
              <a:spcBef>
                <a:spcPts val="0"/>
              </a:spcBef>
              <a:spcAft>
                <a:spcPts val="0"/>
              </a:spcAft>
              <a:buSzPts val="1400"/>
              <a:buChar char="■"/>
              <a:defRPr/>
            </a:lvl6pPr>
            <a:lvl7pPr lvl="6" algn="ctr">
              <a:lnSpc>
                <a:spcPct val="100000"/>
              </a:lnSpc>
              <a:spcBef>
                <a:spcPts val="0"/>
              </a:spcBef>
              <a:spcAft>
                <a:spcPts val="0"/>
              </a:spcAft>
              <a:buSzPts val="1400"/>
              <a:buChar char="●"/>
              <a:defRPr/>
            </a:lvl7pPr>
            <a:lvl8pPr lvl="7" algn="ctr">
              <a:lnSpc>
                <a:spcPct val="100000"/>
              </a:lnSpc>
              <a:spcBef>
                <a:spcPts val="0"/>
              </a:spcBef>
              <a:spcAft>
                <a:spcPts val="0"/>
              </a:spcAft>
              <a:buSzPts val="1400"/>
              <a:buChar char="○"/>
              <a:defRPr/>
            </a:lvl8pPr>
            <a:lvl9pPr lvl="8" algn="ctr">
              <a:lnSpc>
                <a:spcPct val="100000"/>
              </a:lnSpc>
              <a:spcBef>
                <a:spcPts val="0"/>
              </a:spcBef>
              <a:spcAft>
                <a:spcPts val="0"/>
              </a:spcAft>
              <a:buSzPts val="1400"/>
              <a:buChar char="■"/>
              <a:defRPr/>
            </a:lvl9pPr>
          </a:lstStyle>
          <a:p>
            <a:endParaRPr/>
          </a:p>
        </p:txBody>
      </p:sp>
    </p:spTree>
  </p:cSld>
  <p:clrMapOvr>
    <a:masterClrMapping/>
  </p:clrMapOvr>
  <p:transition spd="slow">
    <p:push dir="u"/>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150"/>
        <p:cNvGrpSpPr/>
        <p:nvPr/>
      </p:nvGrpSpPr>
      <p:grpSpPr>
        <a:xfrm>
          <a:off x="0" y="0"/>
          <a:ext cx="0" cy="0"/>
          <a:chOff x="0" y="0"/>
          <a:chExt cx="0" cy="0"/>
        </a:xfrm>
      </p:grpSpPr>
      <p:grpSp>
        <p:nvGrpSpPr>
          <p:cNvPr id="151" name="Google Shape;151;p16"/>
          <p:cNvGrpSpPr/>
          <p:nvPr/>
        </p:nvGrpSpPr>
        <p:grpSpPr>
          <a:xfrm>
            <a:off x="100" y="0"/>
            <a:ext cx="9144000" cy="228600"/>
            <a:chOff x="100" y="0"/>
            <a:chExt cx="9144000" cy="228600"/>
          </a:xfrm>
        </p:grpSpPr>
        <p:sp>
          <p:nvSpPr>
            <p:cNvPr id="152" name="Google Shape;152;p16"/>
            <p:cNvSpPr/>
            <p:nvPr/>
          </p:nvSpPr>
          <p:spPr>
            <a:xfrm>
              <a:off x="100" y="0"/>
              <a:ext cx="9144000" cy="2286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nvGrpSpPr>
            <p:cNvPr id="153" name="Google Shape;153;p16"/>
            <p:cNvGrpSpPr/>
            <p:nvPr/>
          </p:nvGrpSpPr>
          <p:grpSpPr>
            <a:xfrm>
              <a:off x="228600" y="75300"/>
              <a:ext cx="339251" cy="78000"/>
              <a:chOff x="228600" y="75300"/>
              <a:chExt cx="339251" cy="78000"/>
            </a:xfrm>
          </p:grpSpPr>
          <p:sp>
            <p:nvSpPr>
              <p:cNvPr id="154" name="Google Shape;154;p16"/>
              <p:cNvSpPr/>
              <p:nvPr/>
            </p:nvSpPr>
            <p:spPr>
              <a:xfrm>
                <a:off x="228600" y="75300"/>
                <a:ext cx="78000" cy="78000"/>
              </a:xfrm>
              <a:prstGeom prst="ellipse">
                <a:avLst/>
              </a:prstGeom>
              <a:solidFill>
                <a:schemeClr val="lt1"/>
              </a:solidFill>
              <a:ln>
                <a:noFill/>
              </a:ln>
            </p:spPr>
            <p:txBody>
              <a:bodyPr spcFirstLastPara="1" wrap="square" lIns="32550" tIns="32550" rIns="32550" bIns="32550" anchor="ctr" anchorCtr="0">
                <a:noAutofit/>
              </a:bodyPr>
              <a:lstStyle/>
              <a:p>
                <a:pPr marL="0" lvl="0" indent="0" algn="ctr" rtl="0">
                  <a:spcBef>
                    <a:spcPts val="0"/>
                  </a:spcBef>
                  <a:spcAft>
                    <a:spcPts val="0"/>
                  </a:spcAft>
                  <a:buNone/>
                </a:pPr>
                <a:endParaRPr sz="498">
                  <a:latin typeface="Lato"/>
                  <a:ea typeface="Lato"/>
                  <a:cs typeface="Lato"/>
                  <a:sym typeface="Lato"/>
                </a:endParaRPr>
              </a:p>
            </p:txBody>
          </p:sp>
          <p:sp>
            <p:nvSpPr>
              <p:cNvPr id="155" name="Google Shape;155;p16"/>
              <p:cNvSpPr/>
              <p:nvPr/>
            </p:nvSpPr>
            <p:spPr>
              <a:xfrm>
                <a:off x="359226" y="75300"/>
                <a:ext cx="78000" cy="78000"/>
              </a:xfrm>
              <a:prstGeom prst="ellipse">
                <a:avLst/>
              </a:prstGeom>
              <a:solidFill>
                <a:schemeClr val="lt1"/>
              </a:solidFill>
              <a:ln>
                <a:noFill/>
              </a:ln>
            </p:spPr>
            <p:txBody>
              <a:bodyPr spcFirstLastPara="1" wrap="square" lIns="32550" tIns="32550" rIns="32550" bIns="32550" anchor="ctr" anchorCtr="0">
                <a:noAutofit/>
              </a:bodyPr>
              <a:lstStyle/>
              <a:p>
                <a:pPr marL="0" lvl="0" indent="0" algn="ctr" rtl="0">
                  <a:spcBef>
                    <a:spcPts val="0"/>
                  </a:spcBef>
                  <a:spcAft>
                    <a:spcPts val="0"/>
                  </a:spcAft>
                  <a:buNone/>
                </a:pPr>
                <a:endParaRPr sz="498">
                  <a:latin typeface="Lato"/>
                  <a:ea typeface="Lato"/>
                  <a:cs typeface="Lato"/>
                  <a:sym typeface="Lato"/>
                </a:endParaRPr>
              </a:p>
            </p:txBody>
          </p:sp>
          <p:sp>
            <p:nvSpPr>
              <p:cNvPr id="156" name="Google Shape;156;p16"/>
              <p:cNvSpPr/>
              <p:nvPr/>
            </p:nvSpPr>
            <p:spPr>
              <a:xfrm>
                <a:off x="489851" y="75300"/>
                <a:ext cx="78000" cy="78000"/>
              </a:xfrm>
              <a:prstGeom prst="ellipse">
                <a:avLst/>
              </a:prstGeom>
              <a:solidFill>
                <a:schemeClr val="lt1"/>
              </a:solidFill>
              <a:ln>
                <a:noFill/>
              </a:ln>
            </p:spPr>
            <p:txBody>
              <a:bodyPr spcFirstLastPara="1" wrap="square" lIns="32550" tIns="32550" rIns="32550" bIns="32550" anchor="ctr" anchorCtr="0">
                <a:noAutofit/>
              </a:bodyPr>
              <a:lstStyle/>
              <a:p>
                <a:pPr marL="0" lvl="0" indent="0" algn="ctr" rtl="0">
                  <a:spcBef>
                    <a:spcPts val="0"/>
                  </a:spcBef>
                  <a:spcAft>
                    <a:spcPts val="0"/>
                  </a:spcAft>
                  <a:buNone/>
                </a:pPr>
                <a:endParaRPr sz="498">
                  <a:latin typeface="Lato"/>
                  <a:ea typeface="Lato"/>
                  <a:cs typeface="Lato"/>
                  <a:sym typeface="Lato"/>
                </a:endParaRPr>
              </a:p>
            </p:txBody>
          </p:sp>
        </p:grpSp>
      </p:grpSp>
      <p:sp>
        <p:nvSpPr>
          <p:cNvPr id="157" name="Google Shape;157;p16"/>
          <p:cNvSpPr txBox="1">
            <a:spLocks noGrp="1"/>
          </p:cNvSpPr>
          <p:nvPr>
            <p:ph type="title"/>
          </p:nvPr>
        </p:nvSpPr>
        <p:spPr>
          <a:xfrm>
            <a:off x="228600" y="4338900"/>
            <a:ext cx="8686800" cy="576000"/>
          </a:xfrm>
          <a:prstGeom prst="rect">
            <a:avLst/>
          </a:prstGeom>
        </p:spPr>
        <p:txBody>
          <a:bodyPr spcFirstLastPara="1" wrap="square" lIns="91425" tIns="91425" rIns="91425" bIns="91425" anchor="t" anchorCtr="0">
            <a:noAutofit/>
          </a:bodyPr>
          <a:lstStyle>
            <a:lvl1pPr lvl="0">
              <a:spcBef>
                <a:spcPts val="0"/>
              </a:spcBef>
              <a:spcAft>
                <a:spcPts val="0"/>
              </a:spcAft>
              <a:buSzPts val="2600"/>
              <a:buNone/>
              <a:defRPr/>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a:endParaRPr/>
          </a:p>
        </p:txBody>
      </p:sp>
    </p:spTree>
  </p:cSld>
  <p:clrMapOvr>
    <a:masterClrMapping/>
  </p:clrMapOvr>
  <p:transition spd="slow">
    <p:push dir="u"/>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2">
  <p:cSld name="TITLE_ONLY_2">
    <p:spTree>
      <p:nvGrpSpPr>
        <p:cNvPr id="1" name="Shape 158"/>
        <p:cNvGrpSpPr/>
        <p:nvPr/>
      </p:nvGrpSpPr>
      <p:grpSpPr>
        <a:xfrm>
          <a:off x="0" y="0"/>
          <a:ext cx="0" cy="0"/>
          <a:chOff x="0" y="0"/>
          <a:chExt cx="0" cy="0"/>
        </a:xfrm>
      </p:grpSpPr>
      <p:grpSp>
        <p:nvGrpSpPr>
          <p:cNvPr id="159" name="Google Shape;159;p17"/>
          <p:cNvGrpSpPr/>
          <p:nvPr/>
        </p:nvGrpSpPr>
        <p:grpSpPr>
          <a:xfrm>
            <a:off x="100" y="0"/>
            <a:ext cx="9144000" cy="228600"/>
            <a:chOff x="100" y="0"/>
            <a:chExt cx="9144000" cy="228600"/>
          </a:xfrm>
        </p:grpSpPr>
        <p:sp>
          <p:nvSpPr>
            <p:cNvPr id="160" name="Google Shape;160;p17"/>
            <p:cNvSpPr/>
            <p:nvPr/>
          </p:nvSpPr>
          <p:spPr>
            <a:xfrm>
              <a:off x="100" y="0"/>
              <a:ext cx="9144000" cy="2286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nvGrpSpPr>
            <p:cNvPr id="161" name="Google Shape;161;p17"/>
            <p:cNvGrpSpPr/>
            <p:nvPr/>
          </p:nvGrpSpPr>
          <p:grpSpPr>
            <a:xfrm>
              <a:off x="228600" y="75300"/>
              <a:ext cx="339251" cy="78000"/>
              <a:chOff x="228600" y="75300"/>
              <a:chExt cx="339251" cy="78000"/>
            </a:xfrm>
          </p:grpSpPr>
          <p:sp>
            <p:nvSpPr>
              <p:cNvPr id="162" name="Google Shape;162;p17"/>
              <p:cNvSpPr/>
              <p:nvPr/>
            </p:nvSpPr>
            <p:spPr>
              <a:xfrm>
                <a:off x="228600" y="75300"/>
                <a:ext cx="78000" cy="78000"/>
              </a:xfrm>
              <a:prstGeom prst="ellipse">
                <a:avLst/>
              </a:prstGeom>
              <a:solidFill>
                <a:schemeClr val="lt1"/>
              </a:solidFill>
              <a:ln>
                <a:noFill/>
              </a:ln>
            </p:spPr>
            <p:txBody>
              <a:bodyPr spcFirstLastPara="1" wrap="square" lIns="32550" tIns="32550" rIns="32550" bIns="32550" anchor="ctr" anchorCtr="0">
                <a:noAutofit/>
              </a:bodyPr>
              <a:lstStyle/>
              <a:p>
                <a:pPr marL="0" lvl="0" indent="0" algn="ctr" rtl="0">
                  <a:spcBef>
                    <a:spcPts val="0"/>
                  </a:spcBef>
                  <a:spcAft>
                    <a:spcPts val="0"/>
                  </a:spcAft>
                  <a:buNone/>
                </a:pPr>
                <a:endParaRPr sz="498">
                  <a:latin typeface="Lato"/>
                  <a:ea typeface="Lato"/>
                  <a:cs typeface="Lato"/>
                  <a:sym typeface="Lato"/>
                </a:endParaRPr>
              </a:p>
            </p:txBody>
          </p:sp>
          <p:sp>
            <p:nvSpPr>
              <p:cNvPr id="163" name="Google Shape;163;p17"/>
              <p:cNvSpPr/>
              <p:nvPr/>
            </p:nvSpPr>
            <p:spPr>
              <a:xfrm>
                <a:off x="359226" y="75300"/>
                <a:ext cx="78000" cy="78000"/>
              </a:xfrm>
              <a:prstGeom prst="ellipse">
                <a:avLst/>
              </a:prstGeom>
              <a:solidFill>
                <a:schemeClr val="lt1"/>
              </a:solidFill>
              <a:ln>
                <a:noFill/>
              </a:ln>
            </p:spPr>
            <p:txBody>
              <a:bodyPr spcFirstLastPara="1" wrap="square" lIns="32550" tIns="32550" rIns="32550" bIns="32550" anchor="ctr" anchorCtr="0">
                <a:noAutofit/>
              </a:bodyPr>
              <a:lstStyle/>
              <a:p>
                <a:pPr marL="0" lvl="0" indent="0" algn="ctr" rtl="0">
                  <a:spcBef>
                    <a:spcPts val="0"/>
                  </a:spcBef>
                  <a:spcAft>
                    <a:spcPts val="0"/>
                  </a:spcAft>
                  <a:buNone/>
                </a:pPr>
                <a:endParaRPr sz="498">
                  <a:latin typeface="Lato"/>
                  <a:ea typeface="Lato"/>
                  <a:cs typeface="Lato"/>
                  <a:sym typeface="Lato"/>
                </a:endParaRPr>
              </a:p>
            </p:txBody>
          </p:sp>
          <p:sp>
            <p:nvSpPr>
              <p:cNvPr id="164" name="Google Shape;164;p17"/>
              <p:cNvSpPr/>
              <p:nvPr/>
            </p:nvSpPr>
            <p:spPr>
              <a:xfrm>
                <a:off x="489851" y="75300"/>
                <a:ext cx="78000" cy="78000"/>
              </a:xfrm>
              <a:prstGeom prst="ellipse">
                <a:avLst/>
              </a:prstGeom>
              <a:solidFill>
                <a:schemeClr val="lt1"/>
              </a:solidFill>
              <a:ln>
                <a:noFill/>
              </a:ln>
            </p:spPr>
            <p:txBody>
              <a:bodyPr spcFirstLastPara="1" wrap="square" lIns="32550" tIns="32550" rIns="32550" bIns="32550" anchor="ctr" anchorCtr="0">
                <a:noAutofit/>
              </a:bodyPr>
              <a:lstStyle/>
              <a:p>
                <a:pPr marL="0" lvl="0" indent="0" algn="ctr" rtl="0">
                  <a:spcBef>
                    <a:spcPts val="0"/>
                  </a:spcBef>
                  <a:spcAft>
                    <a:spcPts val="0"/>
                  </a:spcAft>
                  <a:buNone/>
                </a:pPr>
                <a:endParaRPr sz="498">
                  <a:latin typeface="Lato"/>
                  <a:ea typeface="Lato"/>
                  <a:cs typeface="Lato"/>
                  <a:sym typeface="Lato"/>
                </a:endParaRPr>
              </a:p>
            </p:txBody>
          </p:sp>
        </p:grpSp>
      </p:grpSp>
      <p:sp>
        <p:nvSpPr>
          <p:cNvPr id="165" name="Google Shape;165;p17"/>
          <p:cNvSpPr txBox="1">
            <a:spLocks noGrp="1"/>
          </p:cNvSpPr>
          <p:nvPr>
            <p:ph type="title"/>
          </p:nvPr>
        </p:nvSpPr>
        <p:spPr>
          <a:xfrm>
            <a:off x="228600" y="228600"/>
            <a:ext cx="8686800" cy="572700"/>
          </a:xfrm>
          <a:prstGeom prst="rect">
            <a:avLst/>
          </a:prstGeom>
          <a:ln>
            <a:noFill/>
          </a:ln>
        </p:spPr>
        <p:txBody>
          <a:bodyPr spcFirstLastPara="1" wrap="square" lIns="91425" tIns="91425" rIns="91425" bIns="91425" anchor="t" anchorCtr="0">
            <a:noAutofit/>
          </a:bodyPr>
          <a:lstStyle>
            <a:lvl1pPr lvl="0">
              <a:spcBef>
                <a:spcPts val="0"/>
              </a:spcBef>
              <a:spcAft>
                <a:spcPts val="0"/>
              </a:spcAft>
              <a:buSzPts val="2600"/>
              <a:buNone/>
              <a:defRPr sz="2600"/>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a:endParaRPr/>
          </a:p>
        </p:txBody>
      </p:sp>
    </p:spTree>
  </p:cSld>
  <p:clrMapOvr>
    <a:masterClrMapping/>
  </p:clrMapOvr>
  <p:transition spd="slow">
    <p:push dir="u"/>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hree columns">
  <p:cSld name="BLANK_1_1_1_2">
    <p:spTree>
      <p:nvGrpSpPr>
        <p:cNvPr id="1" name="Shape 166"/>
        <p:cNvGrpSpPr/>
        <p:nvPr/>
      </p:nvGrpSpPr>
      <p:grpSpPr>
        <a:xfrm>
          <a:off x="0" y="0"/>
          <a:ext cx="0" cy="0"/>
          <a:chOff x="0" y="0"/>
          <a:chExt cx="0" cy="0"/>
        </a:xfrm>
      </p:grpSpPr>
      <p:grpSp>
        <p:nvGrpSpPr>
          <p:cNvPr id="167" name="Google Shape;167;p18"/>
          <p:cNvGrpSpPr/>
          <p:nvPr/>
        </p:nvGrpSpPr>
        <p:grpSpPr>
          <a:xfrm>
            <a:off x="100" y="0"/>
            <a:ext cx="9144000" cy="228600"/>
            <a:chOff x="100" y="0"/>
            <a:chExt cx="9144000" cy="228600"/>
          </a:xfrm>
        </p:grpSpPr>
        <p:sp>
          <p:nvSpPr>
            <p:cNvPr id="168" name="Google Shape;168;p18"/>
            <p:cNvSpPr/>
            <p:nvPr/>
          </p:nvSpPr>
          <p:spPr>
            <a:xfrm>
              <a:off x="100" y="0"/>
              <a:ext cx="9144000" cy="2286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nvGrpSpPr>
            <p:cNvPr id="169" name="Google Shape;169;p18"/>
            <p:cNvGrpSpPr/>
            <p:nvPr/>
          </p:nvGrpSpPr>
          <p:grpSpPr>
            <a:xfrm>
              <a:off x="228600" y="75300"/>
              <a:ext cx="339251" cy="78000"/>
              <a:chOff x="228600" y="75300"/>
              <a:chExt cx="339251" cy="78000"/>
            </a:xfrm>
          </p:grpSpPr>
          <p:sp>
            <p:nvSpPr>
              <p:cNvPr id="170" name="Google Shape;170;p18"/>
              <p:cNvSpPr/>
              <p:nvPr/>
            </p:nvSpPr>
            <p:spPr>
              <a:xfrm>
                <a:off x="228600" y="75300"/>
                <a:ext cx="78000" cy="78000"/>
              </a:xfrm>
              <a:prstGeom prst="ellipse">
                <a:avLst/>
              </a:prstGeom>
              <a:solidFill>
                <a:schemeClr val="lt1"/>
              </a:solidFill>
              <a:ln>
                <a:noFill/>
              </a:ln>
            </p:spPr>
            <p:txBody>
              <a:bodyPr spcFirstLastPara="1" wrap="square" lIns="32550" tIns="32550" rIns="32550" bIns="32550" anchor="ctr" anchorCtr="0">
                <a:noAutofit/>
              </a:bodyPr>
              <a:lstStyle/>
              <a:p>
                <a:pPr marL="0" lvl="0" indent="0" algn="ctr" rtl="0">
                  <a:spcBef>
                    <a:spcPts val="0"/>
                  </a:spcBef>
                  <a:spcAft>
                    <a:spcPts val="0"/>
                  </a:spcAft>
                  <a:buNone/>
                </a:pPr>
                <a:endParaRPr sz="498">
                  <a:latin typeface="Lato"/>
                  <a:ea typeface="Lato"/>
                  <a:cs typeface="Lato"/>
                  <a:sym typeface="Lato"/>
                </a:endParaRPr>
              </a:p>
            </p:txBody>
          </p:sp>
          <p:sp>
            <p:nvSpPr>
              <p:cNvPr id="171" name="Google Shape;171;p18"/>
              <p:cNvSpPr/>
              <p:nvPr/>
            </p:nvSpPr>
            <p:spPr>
              <a:xfrm>
                <a:off x="359226" y="75300"/>
                <a:ext cx="78000" cy="78000"/>
              </a:xfrm>
              <a:prstGeom prst="ellipse">
                <a:avLst/>
              </a:prstGeom>
              <a:solidFill>
                <a:schemeClr val="lt1"/>
              </a:solidFill>
              <a:ln>
                <a:noFill/>
              </a:ln>
            </p:spPr>
            <p:txBody>
              <a:bodyPr spcFirstLastPara="1" wrap="square" lIns="32550" tIns="32550" rIns="32550" bIns="32550" anchor="ctr" anchorCtr="0">
                <a:noAutofit/>
              </a:bodyPr>
              <a:lstStyle/>
              <a:p>
                <a:pPr marL="0" lvl="0" indent="0" algn="ctr" rtl="0">
                  <a:spcBef>
                    <a:spcPts val="0"/>
                  </a:spcBef>
                  <a:spcAft>
                    <a:spcPts val="0"/>
                  </a:spcAft>
                  <a:buNone/>
                </a:pPr>
                <a:endParaRPr sz="498">
                  <a:latin typeface="Lato"/>
                  <a:ea typeface="Lato"/>
                  <a:cs typeface="Lato"/>
                  <a:sym typeface="Lato"/>
                </a:endParaRPr>
              </a:p>
            </p:txBody>
          </p:sp>
          <p:sp>
            <p:nvSpPr>
              <p:cNvPr id="172" name="Google Shape;172;p18"/>
              <p:cNvSpPr/>
              <p:nvPr/>
            </p:nvSpPr>
            <p:spPr>
              <a:xfrm>
                <a:off x="489851" y="75300"/>
                <a:ext cx="78000" cy="78000"/>
              </a:xfrm>
              <a:prstGeom prst="ellipse">
                <a:avLst/>
              </a:prstGeom>
              <a:solidFill>
                <a:schemeClr val="lt1"/>
              </a:solidFill>
              <a:ln>
                <a:noFill/>
              </a:ln>
            </p:spPr>
            <p:txBody>
              <a:bodyPr spcFirstLastPara="1" wrap="square" lIns="32550" tIns="32550" rIns="32550" bIns="32550" anchor="ctr" anchorCtr="0">
                <a:noAutofit/>
              </a:bodyPr>
              <a:lstStyle/>
              <a:p>
                <a:pPr marL="0" lvl="0" indent="0" algn="ctr" rtl="0">
                  <a:spcBef>
                    <a:spcPts val="0"/>
                  </a:spcBef>
                  <a:spcAft>
                    <a:spcPts val="0"/>
                  </a:spcAft>
                  <a:buNone/>
                </a:pPr>
                <a:endParaRPr sz="498">
                  <a:latin typeface="Lato"/>
                  <a:ea typeface="Lato"/>
                  <a:cs typeface="Lato"/>
                  <a:sym typeface="Lato"/>
                </a:endParaRPr>
              </a:p>
            </p:txBody>
          </p:sp>
        </p:grpSp>
      </p:grpSp>
      <p:sp>
        <p:nvSpPr>
          <p:cNvPr id="173" name="Google Shape;173;p18"/>
          <p:cNvSpPr txBox="1">
            <a:spLocks noGrp="1"/>
          </p:cNvSpPr>
          <p:nvPr>
            <p:ph type="title"/>
          </p:nvPr>
        </p:nvSpPr>
        <p:spPr>
          <a:xfrm>
            <a:off x="228450" y="3529500"/>
            <a:ext cx="8687100" cy="1385400"/>
          </a:xfrm>
          <a:prstGeom prst="rect">
            <a:avLst/>
          </a:prstGeom>
        </p:spPr>
        <p:txBody>
          <a:bodyPr spcFirstLastPara="1" wrap="square" lIns="91425" tIns="91425" rIns="91425" bIns="91425" anchor="t" anchorCtr="0">
            <a:noAutofit/>
          </a:bodyPr>
          <a:lstStyle>
            <a:lvl1pPr lvl="0" algn="r">
              <a:spcBef>
                <a:spcPts val="0"/>
              </a:spcBef>
              <a:spcAft>
                <a:spcPts val="0"/>
              </a:spcAft>
              <a:buSzPts val="2600"/>
              <a:buNone/>
              <a:defRPr/>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a:endParaRPr/>
          </a:p>
        </p:txBody>
      </p:sp>
      <p:sp>
        <p:nvSpPr>
          <p:cNvPr id="174" name="Google Shape;174;p18"/>
          <p:cNvSpPr txBox="1">
            <a:spLocks noGrp="1"/>
          </p:cNvSpPr>
          <p:nvPr>
            <p:ph type="subTitle" idx="1"/>
          </p:nvPr>
        </p:nvSpPr>
        <p:spPr>
          <a:xfrm>
            <a:off x="228450" y="1140300"/>
            <a:ext cx="2407800" cy="1477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75" name="Google Shape;175;p18"/>
          <p:cNvSpPr txBox="1">
            <a:spLocks noGrp="1"/>
          </p:cNvSpPr>
          <p:nvPr>
            <p:ph type="subTitle" idx="2"/>
          </p:nvPr>
        </p:nvSpPr>
        <p:spPr>
          <a:xfrm>
            <a:off x="2938950" y="1140300"/>
            <a:ext cx="2407800" cy="1477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76" name="Google Shape;176;p18"/>
          <p:cNvSpPr txBox="1">
            <a:spLocks noGrp="1"/>
          </p:cNvSpPr>
          <p:nvPr>
            <p:ph type="subTitle" idx="3"/>
          </p:nvPr>
        </p:nvSpPr>
        <p:spPr>
          <a:xfrm>
            <a:off x="5649451" y="1140300"/>
            <a:ext cx="2407800" cy="1477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Tree>
  </p:cSld>
  <p:clrMapOvr>
    <a:masterClrMapping/>
  </p:clrMapOvr>
  <p:transition spd="slow">
    <p:push dir="u"/>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six columns">
  <p:cSld name="BLANK_1_1_1_1_1">
    <p:spTree>
      <p:nvGrpSpPr>
        <p:cNvPr id="1" name="Shape 177"/>
        <p:cNvGrpSpPr/>
        <p:nvPr/>
      </p:nvGrpSpPr>
      <p:grpSpPr>
        <a:xfrm>
          <a:off x="0" y="0"/>
          <a:ext cx="0" cy="0"/>
          <a:chOff x="0" y="0"/>
          <a:chExt cx="0" cy="0"/>
        </a:xfrm>
      </p:grpSpPr>
      <p:grpSp>
        <p:nvGrpSpPr>
          <p:cNvPr id="178" name="Google Shape;178;p19"/>
          <p:cNvGrpSpPr/>
          <p:nvPr/>
        </p:nvGrpSpPr>
        <p:grpSpPr>
          <a:xfrm>
            <a:off x="100" y="0"/>
            <a:ext cx="9144000" cy="228600"/>
            <a:chOff x="100" y="0"/>
            <a:chExt cx="9144000" cy="228600"/>
          </a:xfrm>
        </p:grpSpPr>
        <p:sp>
          <p:nvSpPr>
            <p:cNvPr id="179" name="Google Shape;179;p19"/>
            <p:cNvSpPr/>
            <p:nvPr/>
          </p:nvSpPr>
          <p:spPr>
            <a:xfrm>
              <a:off x="100" y="0"/>
              <a:ext cx="9144000" cy="2286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nvGrpSpPr>
            <p:cNvPr id="180" name="Google Shape;180;p19"/>
            <p:cNvGrpSpPr/>
            <p:nvPr/>
          </p:nvGrpSpPr>
          <p:grpSpPr>
            <a:xfrm>
              <a:off x="228600" y="75300"/>
              <a:ext cx="339251" cy="78000"/>
              <a:chOff x="228600" y="75300"/>
              <a:chExt cx="339251" cy="78000"/>
            </a:xfrm>
          </p:grpSpPr>
          <p:sp>
            <p:nvSpPr>
              <p:cNvPr id="181" name="Google Shape;181;p19"/>
              <p:cNvSpPr/>
              <p:nvPr/>
            </p:nvSpPr>
            <p:spPr>
              <a:xfrm>
                <a:off x="228600" y="75300"/>
                <a:ext cx="78000" cy="78000"/>
              </a:xfrm>
              <a:prstGeom prst="ellipse">
                <a:avLst/>
              </a:prstGeom>
              <a:solidFill>
                <a:schemeClr val="lt1"/>
              </a:solidFill>
              <a:ln>
                <a:noFill/>
              </a:ln>
            </p:spPr>
            <p:txBody>
              <a:bodyPr spcFirstLastPara="1" wrap="square" lIns="32550" tIns="32550" rIns="32550" bIns="32550" anchor="ctr" anchorCtr="0">
                <a:noAutofit/>
              </a:bodyPr>
              <a:lstStyle/>
              <a:p>
                <a:pPr marL="0" lvl="0" indent="0" algn="ctr" rtl="0">
                  <a:spcBef>
                    <a:spcPts val="0"/>
                  </a:spcBef>
                  <a:spcAft>
                    <a:spcPts val="0"/>
                  </a:spcAft>
                  <a:buNone/>
                </a:pPr>
                <a:endParaRPr sz="498">
                  <a:latin typeface="Lato"/>
                  <a:ea typeface="Lato"/>
                  <a:cs typeface="Lato"/>
                  <a:sym typeface="Lato"/>
                </a:endParaRPr>
              </a:p>
            </p:txBody>
          </p:sp>
          <p:sp>
            <p:nvSpPr>
              <p:cNvPr id="182" name="Google Shape;182;p19"/>
              <p:cNvSpPr/>
              <p:nvPr/>
            </p:nvSpPr>
            <p:spPr>
              <a:xfrm>
                <a:off x="359226" y="75300"/>
                <a:ext cx="78000" cy="78000"/>
              </a:xfrm>
              <a:prstGeom prst="ellipse">
                <a:avLst/>
              </a:prstGeom>
              <a:solidFill>
                <a:schemeClr val="lt1"/>
              </a:solidFill>
              <a:ln>
                <a:noFill/>
              </a:ln>
            </p:spPr>
            <p:txBody>
              <a:bodyPr spcFirstLastPara="1" wrap="square" lIns="32550" tIns="32550" rIns="32550" bIns="32550" anchor="ctr" anchorCtr="0">
                <a:noAutofit/>
              </a:bodyPr>
              <a:lstStyle/>
              <a:p>
                <a:pPr marL="0" lvl="0" indent="0" algn="ctr" rtl="0">
                  <a:spcBef>
                    <a:spcPts val="0"/>
                  </a:spcBef>
                  <a:spcAft>
                    <a:spcPts val="0"/>
                  </a:spcAft>
                  <a:buNone/>
                </a:pPr>
                <a:endParaRPr sz="498">
                  <a:latin typeface="Lato"/>
                  <a:ea typeface="Lato"/>
                  <a:cs typeface="Lato"/>
                  <a:sym typeface="Lato"/>
                </a:endParaRPr>
              </a:p>
            </p:txBody>
          </p:sp>
          <p:sp>
            <p:nvSpPr>
              <p:cNvPr id="183" name="Google Shape;183;p19"/>
              <p:cNvSpPr/>
              <p:nvPr/>
            </p:nvSpPr>
            <p:spPr>
              <a:xfrm>
                <a:off x="489851" y="75300"/>
                <a:ext cx="78000" cy="78000"/>
              </a:xfrm>
              <a:prstGeom prst="ellipse">
                <a:avLst/>
              </a:prstGeom>
              <a:solidFill>
                <a:schemeClr val="lt1"/>
              </a:solidFill>
              <a:ln>
                <a:noFill/>
              </a:ln>
            </p:spPr>
            <p:txBody>
              <a:bodyPr spcFirstLastPara="1" wrap="square" lIns="32550" tIns="32550" rIns="32550" bIns="32550" anchor="ctr" anchorCtr="0">
                <a:noAutofit/>
              </a:bodyPr>
              <a:lstStyle/>
              <a:p>
                <a:pPr marL="0" lvl="0" indent="0" algn="ctr" rtl="0">
                  <a:spcBef>
                    <a:spcPts val="0"/>
                  </a:spcBef>
                  <a:spcAft>
                    <a:spcPts val="0"/>
                  </a:spcAft>
                  <a:buNone/>
                </a:pPr>
                <a:endParaRPr sz="498">
                  <a:latin typeface="Lato"/>
                  <a:ea typeface="Lato"/>
                  <a:cs typeface="Lato"/>
                  <a:sym typeface="Lato"/>
                </a:endParaRPr>
              </a:p>
            </p:txBody>
          </p:sp>
        </p:grpSp>
      </p:grpSp>
      <p:sp>
        <p:nvSpPr>
          <p:cNvPr id="184" name="Google Shape;184;p19"/>
          <p:cNvSpPr txBox="1">
            <a:spLocks noGrp="1"/>
          </p:cNvSpPr>
          <p:nvPr>
            <p:ph type="title"/>
          </p:nvPr>
        </p:nvSpPr>
        <p:spPr>
          <a:xfrm>
            <a:off x="228600" y="228596"/>
            <a:ext cx="8687100" cy="572700"/>
          </a:xfrm>
          <a:prstGeom prst="rect">
            <a:avLst/>
          </a:prstGeom>
        </p:spPr>
        <p:txBody>
          <a:bodyPr spcFirstLastPara="1" wrap="square" lIns="91425" tIns="91425" rIns="91425" bIns="91425" anchor="t" anchorCtr="0">
            <a:noAutofit/>
          </a:bodyPr>
          <a:lstStyle>
            <a:lvl1pPr lvl="0">
              <a:spcBef>
                <a:spcPts val="0"/>
              </a:spcBef>
              <a:spcAft>
                <a:spcPts val="0"/>
              </a:spcAft>
              <a:buSzPts val="2600"/>
              <a:buNone/>
              <a:defRPr/>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a:endParaRPr/>
          </a:p>
        </p:txBody>
      </p:sp>
      <p:sp>
        <p:nvSpPr>
          <p:cNvPr id="185" name="Google Shape;185;p19"/>
          <p:cNvSpPr txBox="1">
            <a:spLocks noGrp="1"/>
          </p:cNvSpPr>
          <p:nvPr>
            <p:ph type="subTitle" idx="1"/>
          </p:nvPr>
        </p:nvSpPr>
        <p:spPr>
          <a:xfrm>
            <a:off x="228600" y="1525075"/>
            <a:ext cx="4233600" cy="5541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sz="1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86" name="Google Shape;186;p19"/>
          <p:cNvSpPr txBox="1">
            <a:spLocks noGrp="1"/>
          </p:cNvSpPr>
          <p:nvPr>
            <p:ph type="subTitle" idx="2"/>
          </p:nvPr>
        </p:nvSpPr>
        <p:spPr>
          <a:xfrm>
            <a:off x="4681650" y="1525075"/>
            <a:ext cx="4233600" cy="5541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sz="1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87" name="Google Shape;187;p19"/>
          <p:cNvSpPr txBox="1">
            <a:spLocks noGrp="1"/>
          </p:cNvSpPr>
          <p:nvPr>
            <p:ph type="subTitle" idx="3"/>
          </p:nvPr>
        </p:nvSpPr>
        <p:spPr>
          <a:xfrm>
            <a:off x="228600" y="2758500"/>
            <a:ext cx="4233600" cy="5541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sz="1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88" name="Google Shape;188;p19"/>
          <p:cNvSpPr txBox="1">
            <a:spLocks noGrp="1"/>
          </p:cNvSpPr>
          <p:nvPr>
            <p:ph type="subTitle" idx="4"/>
          </p:nvPr>
        </p:nvSpPr>
        <p:spPr>
          <a:xfrm>
            <a:off x="4681650" y="2758500"/>
            <a:ext cx="4233600" cy="5541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sz="1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89" name="Google Shape;189;p19"/>
          <p:cNvSpPr txBox="1">
            <a:spLocks noGrp="1"/>
          </p:cNvSpPr>
          <p:nvPr>
            <p:ph type="subTitle" idx="5"/>
          </p:nvPr>
        </p:nvSpPr>
        <p:spPr>
          <a:xfrm>
            <a:off x="228600" y="3991925"/>
            <a:ext cx="4233600" cy="5541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sz="1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90" name="Google Shape;190;p19"/>
          <p:cNvSpPr txBox="1">
            <a:spLocks noGrp="1"/>
          </p:cNvSpPr>
          <p:nvPr>
            <p:ph type="subTitle" idx="6"/>
          </p:nvPr>
        </p:nvSpPr>
        <p:spPr>
          <a:xfrm>
            <a:off x="4681650" y="3991925"/>
            <a:ext cx="4233600" cy="5541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sz="1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91" name="Google Shape;191;p19"/>
          <p:cNvSpPr txBox="1">
            <a:spLocks noGrp="1"/>
          </p:cNvSpPr>
          <p:nvPr>
            <p:ph type="subTitle" idx="7"/>
          </p:nvPr>
        </p:nvSpPr>
        <p:spPr>
          <a:xfrm>
            <a:off x="228600" y="1170175"/>
            <a:ext cx="4233600" cy="431100"/>
          </a:xfrm>
          <a:prstGeom prst="rect">
            <a:avLst/>
          </a:prstGeom>
        </p:spPr>
        <p:txBody>
          <a:bodyPr spcFirstLastPara="1" wrap="square" lIns="91425" tIns="91425" rIns="91425" bIns="91425" anchor="b" anchorCtr="0">
            <a:noAutofit/>
          </a:bodyPr>
          <a:lstStyle>
            <a:lvl1pPr lvl="0" algn="r">
              <a:lnSpc>
                <a:spcPct val="100000"/>
              </a:lnSpc>
              <a:spcBef>
                <a:spcPts val="0"/>
              </a:spcBef>
              <a:spcAft>
                <a:spcPts val="0"/>
              </a:spcAft>
              <a:buSzPts val="2400"/>
              <a:buFont typeface="Space Grotesk Medium"/>
              <a:buNone/>
              <a:defRPr sz="1600" b="1">
                <a:solidFill>
                  <a:schemeClr val="dk2"/>
                </a:solidFill>
                <a:latin typeface="Space Grotesk"/>
                <a:ea typeface="Space Grotesk"/>
                <a:cs typeface="Space Grotesk"/>
                <a:sym typeface="Space Grotesk"/>
              </a:defRPr>
            </a:lvl1pPr>
            <a:lvl2pPr lvl="1" algn="ctr">
              <a:lnSpc>
                <a:spcPct val="100000"/>
              </a:lnSpc>
              <a:spcBef>
                <a:spcPts val="0"/>
              </a:spcBef>
              <a:spcAft>
                <a:spcPts val="0"/>
              </a:spcAft>
              <a:buSzPts val="2400"/>
              <a:buFont typeface="Space Grotesk Medium"/>
              <a:buNone/>
              <a:defRPr sz="2400">
                <a:latin typeface="Space Grotesk Medium"/>
                <a:ea typeface="Space Grotesk Medium"/>
                <a:cs typeface="Space Grotesk Medium"/>
                <a:sym typeface="Space Grotesk Medium"/>
              </a:defRPr>
            </a:lvl2pPr>
            <a:lvl3pPr lvl="2" algn="ctr">
              <a:lnSpc>
                <a:spcPct val="100000"/>
              </a:lnSpc>
              <a:spcBef>
                <a:spcPts val="0"/>
              </a:spcBef>
              <a:spcAft>
                <a:spcPts val="0"/>
              </a:spcAft>
              <a:buSzPts val="2400"/>
              <a:buFont typeface="Space Grotesk Medium"/>
              <a:buNone/>
              <a:defRPr sz="2400">
                <a:latin typeface="Space Grotesk Medium"/>
                <a:ea typeface="Space Grotesk Medium"/>
                <a:cs typeface="Space Grotesk Medium"/>
                <a:sym typeface="Space Grotesk Medium"/>
              </a:defRPr>
            </a:lvl3pPr>
            <a:lvl4pPr lvl="3" algn="ctr">
              <a:lnSpc>
                <a:spcPct val="100000"/>
              </a:lnSpc>
              <a:spcBef>
                <a:spcPts val="0"/>
              </a:spcBef>
              <a:spcAft>
                <a:spcPts val="0"/>
              </a:spcAft>
              <a:buSzPts val="2400"/>
              <a:buFont typeface="Space Grotesk Medium"/>
              <a:buNone/>
              <a:defRPr sz="2400">
                <a:latin typeface="Space Grotesk Medium"/>
                <a:ea typeface="Space Grotesk Medium"/>
                <a:cs typeface="Space Grotesk Medium"/>
                <a:sym typeface="Space Grotesk Medium"/>
              </a:defRPr>
            </a:lvl4pPr>
            <a:lvl5pPr lvl="4" algn="ctr">
              <a:lnSpc>
                <a:spcPct val="100000"/>
              </a:lnSpc>
              <a:spcBef>
                <a:spcPts val="0"/>
              </a:spcBef>
              <a:spcAft>
                <a:spcPts val="0"/>
              </a:spcAft>
              <a:buSzPts val="2400"/>
              <a:buFont typeface="Space Grotesk Medium"/>
              <a:buNone/>
              <a:defRPr sz="2400">
                <a:latin typeface="Space Grotesk Medium"/>
                <a:ea typeface="Space Grotesk Medium"/>
                <a:cs typeface="Space Grotesk Medium"/>
                <a:sym typeface="Space Grotesk Medium"/>
              </a:defRPr>
            </a:lvl5pPr>
            <a:lvl6pPr lvl="5" algn="ctr">
              <a:lnSpc>
                <a:spcPct val="100000"/>
              </a:lnSpc>
              <a:spcBef>
                <a:spcPts val="0"/>
              </a:spcBef>
              <a:spcAft>
                <a:spcPts val="0"/>
              </a:spcAft>
              <a:buSzPts val="2400"/>
              <a:buFont typeface="Space Grotesk Medium"/>
              <a:buNone/>
              <a:defRPr sz="2400">
                <a:latin typeface="Space Grotesk Medium"/>
                <a:ea typeface="Space Grotesk Medium"/>
                <a:cs typeface="Space Grotesk Medium"/>
                <a:sym typeface="Space Grotesk Medium"/>
              </a:defRPr>
            </a:lvl6pPr>
            <a:lvl7pPr lvl="6" algn="ctr">
              <a:lnSpc>
                <a:spcPct val="100000"/>
              </a:lnSpc>
              <a:spcBef>
                <a:spcPts val="0"/>
              </a:spcBef>
              <a:spcAft>
                <a:spcPts val="0"/>
              </a:spcAft>
              <a:buSzPts val="2400"/>
              <a:buFont typeface="Space Grotesk Medium"/>
              <a:buNone/>
              <a:defRPr sz="2400">
                <a:latin typeface="Space Grotesk Medium"/>
                <a:ea typeface="Space Grotesk Medium"/>
                <a:cs typeface="Space Grotesk Medium"/>
                <a:sym typeface="Space Grotesk Medium"/>
              </a:defRPr>
            </a:lvl7pPr>
            <a:lvl8pPr lvl="7" algn="ctr">
              <a:lnSpc>
                <a:spcPct val="100000"/>
              </a:lnSpc>
              <a:spcBef>
                <a:spcPts val="0"/>
              </a:spcBef>
              <a:spcAft>
                <a:spcPts val="0"/>
              </a:spcAft>
              <a:buSzPts val="2400"/>
              <a:buFont typeface="Space Grotesk Medium"/>
              <a:buNone/>
              <a:defRPr sz="2400">
                <a:latin typeface="Space Grotesk Medium"/>
                <a:ea typeface="Space Grotesk Medium"/>
                <a:cs typeface="Space Grotesk Medium"/>
                <a:sym typeface="Space Grotesk Medium"/>
              </a:defRPr>
            </a:lvl8pPr>
            <a:lvl9pPr lvl="8" algn="ctr">
              <a:lnSpc>
                <a:spcPct val="100000"/>
              </a:lnSpc>
              <a:spcBef>
                <a:spcPts val="0"/>
              </a:spcBef>
              <a:spcAft>
                <a:spcPts val="0"/>
              </a:spcAft>
              <a:buSzPts val="2400"/>
              <a:buFont typeface="Space Grotesk Medium"/>
              <a:buNone/>
              <a:defRPr sz="2400">
                <a:latin typeface="Space Grotesk Medium"/>
                <a:ea typeface="Space Grotesk Medium"/>
                <a:cs typeface="Space Grotesk Medium"/>
                <a:sym typeface="Space Grotesk Medium"/>
              </a:defRPr>
            </a:lvl9pPr>
          </a:lstStyle>
          <a:p>
            <a:endParaRPr/>
          </a:p>
        </p:txBody>
      </p:sp>
      <p:sp>
        <p:nvSpPr>
          <p:cNvPr id="192" name="Google Shape;192;p19"/>
          <p:cNvSpPr txBox="1">
            <a:spLocks noGrp="1"/>
          </p:cNvSpPr>
          <p:nvPr>
            <p:ph type="subTitle" idx="8"/>
          </p:nvPr>
        </p:nvSpPr>
        <p:spPr>
          <a:xfrm>
            <a:off x="4681650" y="1170175"/>
            <a:ext cx="4233600" cy="431100"/>
          </a:xfrm>
          <a:prstGeom prst="rect">
            <a:avLst/>
          </a:prstGeom>
        </p:spPr>
        <p:txBody>
          <a:bodyPr spcFirstLastPara="1" wrap="square" lIns="91425" tIns="91425" rIns="91425" bIns="91425" anchor="b" anchorCtr="0">
            <a:noAutofit/>
          </a:bodyPr>
          <a:lstStyle>
            <a:lvl1pPr lvl="0" algn="r">
              <a:lnSpc>
                <a:spcPct val="100000"/>
              </a:lnSpc>
              <a:spcBef>
                <a:spcPts val="0"/>
              </a:spcBef>
              <a:spcAft>
                <a:spcPts val="0"/>
              </a:spcAft>
              <a:buSzPts val="2400"/>
              <a:buFont typeface="Space Grotesk Medium"/>
              <a:buNone/>
              <a:defRPr sz="1600" b="1">
                <a:solidFill>
                  <a:schemeClr val="dk2"/>
                </a:solidFill>
                <a:latin typeface="Space Grotesk"/>
                <a:ea typeface="Space Grotesk"/>
                <a:cs typeface="Space Grotesk"/>
                <a:sym typeface="Space Grotesk"/>
              </a:defRPr>
            </a:lvl1pPr>
            <a:lvl2pPr lvl="1" algn="ctr">
              <a:lnSpc>
                <a:spcPct val="100000"/>
              </a:lnSpc>
              <a:spcBef>
                <a:spcPts val="0"/>
              </a:spcBef>
              <a:spcAft>
                <a:spcPts val="0"/>
              </a:spcAft>
              <a:buSzPts val="2400"/>
              <a:buFont typeface="Space Grotesk Medium"/>
              <a:buNone/>
              <a:defRPr sz="2400">
                <a:latin typeface="Space Grotesk Medium"/>
                <a:ea typeface="Space Grotesk Medium"/>
                <a:cs typeface="Space Grotesk Medium"/>
                <a:sym typeface="Space Grotesk Medium"/>
              </a:defRPr>
            </a:lvl2pPr>
            <a:lvl3pPr lvl="2" algn="ctr">
              <a:lnSpc>
                <a:spcPct val="100000"/>
              </a:lnSpc>
              <a:spcBef>
                <a:spcPts val="0"/>
              </a:spcBef>
              <a:spcAft>
                <a:spcPts val="0"/>
              </a:spcAft>
              <a:buSzPts val="2400"/>
              <a:buFont typeface="Space Grotesk Medium"/>
              <a:buNone/>
              <a:defRPr sz="2400">
                <a:latin typeface="Space Grotesk Medium"/>
                <a:ea typeface="Space Grotesk Medium"/>
                <a:cs typeface="Space Grotesk Medium"/>
                <a:sym typeface="Space Grotesk Medium"/>
              </a:defRPr>
            </a:lvl3pPr>
            <a:lvl4pPr lvl="3" algn="ctr">
              <a:lnSpc>
                <a:spcPct val="100000"/>
              </a:lnSpc>
              <a:spcBef>
                <a:spcPts val="0"/>
              </a:spcBef>
              <a:spcAft>
                <a:spcPts val="0"/>
              </a:spcAft>
              <a:buSzPts val="2400"/>
              <a:buFont typeface="Space Grotesk Medium"/>
              <a:buNone/>
              <a:defRPr sz="2400">
                <a:latin typeface="Space Grotesk Medium"/>
                <a:ea typeface="Space Grotesk Medium"/>
                <a:cs typeface="Space Grotesk Medium"/>
                <a:sym typeface="Space Grotesk Medium"/>
              </a:defRPr>
            </a:lvl4pPr>
            <a:lvl5pPr lvl="4" algn="ctr">
              <a:lnSpc>
                <a:spcPct val="100000"/>
              </a:lnSpc>
              <a:spcBef>
                <a:spcPts val="0"/>
              </a:spcBef>
              <a:spcAft>
                <a:spcPts val="0"/>
              </a:spcAft>
              <a:buSzPts val="2400"/>
              <a:buFont typeface="Space Grotesk Medium"/>
              <a:buNone/>
              <a:defRPr sz="2400">
                <a:latin typeface="Space Grotesk Medium"/>
                <a:ea typeface="Space Grotesk Medium"/>
                <a:cs typeface="Space Grotesk Medium"/>
                <a:sym typeface="Space Grotesk Medium"/>
              </a:defRPr>
            </a:lvl5pPr>
            <a:lvl6pPr lvl="5" algn="ctr">
              <a:lnSpc>
                <a:spcPct val="100000"/>
              </a:lnSpc>
              <a:spcBef>
                <a:spcPts val="0"/>
              </a:spcBef>
              <a:spcAft>
                <a:spcPts val="0"/>
              </a:spcAft>
              <a:buSzPts val="2400"/>
              <a:buFont typeface="Space Grotesk Medium"/>
              <a:buNone/>
              <a:defRPr sz="2400">
                <a:latin typeface="Space Grotesk Medium"/>
                <a:ea typeface="Space Grotesk Medium"/>
                <a:cs typeface="Space Grotesk Medium"/>
                <a:sym typeface="Space Grotesk Medium"/>
              </a:defRPr>
            </a:lvl6pPr>
            <a:lvl7pPr lvl="6" algn="ctr">
              <a:lnSpc>
                <a:spcPct val="100000"/>
              </a:lnSpc>
              <a:spcBef>
                <a:spcPts val="0"/>
              </a:spcBef>
              <a:spcAft>
                <a:spcPts val="0"/>
              </a:spcAft>
              <a:buSzPts val="2400"/>
              <a:buFont typeface="Space Grotesk Medium"/>
              <a:buNone/>
              <a:defRPr sz="2400">
                <a:latin typeface="Space Grotesk Medium"/>
                <a:ea typeface="Space Grotesk Medium"/>
                <a:cs typeface="Space Grotesk Medium"/>
                <a:sym typeface="Space Grotesk Medium"/>
              </a:defRPr>
            </a:lvl7pPr>
            <a:lvl8pPr lvl="7" algn="ctr">
              <a:lnSpc>
                <a:spcPct val="100000"/>
              </a:lnSpc>
              <a:spcBef>
                <a:spcPts val="0"/>
              </a:spcBef>
              <a:spcAft>
                <a:spcPts val="0"/>
              </a:spcAft>
              <a:buSzPts val="2400"/>
              <a:buFont typeface="Space Grotesk Medium"/>
              <a:buNone/>
              <a:defRPr sz="2400">
                <a:latin typeface="Space Grotesk Medium"/>
                <a:ea typeface="Space Grotesk Medium"/>
                <a:cs typeface="Space Grotesk Medium"/>
                <a:sym typeface="Space Grotesk Medium"/>
              </a:defRPr>
            </a:lvl8pPr>
            <a:lvl9pPr lvl="8" algn="ctr">
              <a:lnSpc>
                <a:spcPct val="100000"/>
              </a:lnSpc>
              <a:spcBef>
                <a:spcPts val="0"/>
              </a:spcBef>
              <a:spcAft>
                <a:spcPts val="0"/>
              </a:spcAft>
              <a:buSzPts val="2400"/>
              <a:buFont typeface="Space Grotesk Medium"/>
              <a:buNone/>
              <a:defRPr sz="2400">
                <a:latin typeface="Space Grotesk Medium"/>
                <a:ea typeface="Space Grotesk Medium"/>
                <a:cs typeface="Space Grotesk Medium"/>
                <a:sym typeface="Space Grotesk Medium"/>
              </a:defRPr>
            </a:lvl9pPr>
          </a:lstStyle>
          <a:p>
            <a:endParaRPr/>
          </a:p>
        </p:txBody>
      </p:sp>
      <p:sp>
        <p:nvSpPr>
          <p:cNvPr id="193" name="Google Shape;193;p19"/>
          <p:cNvSpPr txBox="1">
            <a:spLocks noGrp="1"/>
          </p:cNvSpPr>
          <p:nvPr>
            <p:ph type="subTitle" idx="9"/>
          </p:nvPr>
        </p:nvSpPr>
        <p:spPr>
          <a:xfrm>
            <a:off x="228600" y="3637025"/>
            <a:ext cx="4233600" cy="431100"/>
          </a:xfrm>
          <a:prstGeom prst="rect">
            <a:avLst/>
          </a:prstGeom>
        </p:spPr>
        <p:txBody>
          <a:bodyPr spcFirstLastPara="1" wrap="square" lIns="91425" tIns="91425" rIns="91425" bIns="91425" anchor="b" anchorCtr="0">
            <a:noAutofit/>
          </a:bodyPr>
          <a:lstStyle>
            <a:lvl1pPr lvl="0" algn="r">
              <a:lnSpc>
                <a:spcPct val="100000"/>
              </a:lnSpc>
              <a:spcBef>
                <a:spcPts val="0"/>
              </a:spcBef>
              <a:spcAft>
                <a:spcPts val="0"/>
              </a:spcAft>
              <a:buSzPts val="2400"/>
              <a:buFont typeface="Space Grotesk Medium"/>
              <a:buNone/>
              <a:defRPr sz="1600" b="1">
                <a:solidFill>
                  <a:schemeClr val="dk2"/>
                </a:solidFill>
                <a:latin typeface="Space Grotesk"/>
                <a:ea typeface="Space Grotesk"/>
                <a:cs typeface="Space Grotesk"/>
                <a:sym typeface="Space Grotesk"/>
              </a:defRPr>
            </a:lvl1pPr>
            <a:lvl2pPr lvl="1" algn="ctr">
              <a:lnSpc>
                <a:spcPct val="100000"/>
              </a:lnSpc>
              <a:spcBef>
                <a:spcPts val="0"/>
              </a:spcBef>
              <a:spcAft>
                <a:spcPts val="0"/>
              </a:spcAft>
              <a:buSzPts val="2400"/>
              <a:buFont typeface="Space Grotesk Medium"/>
              <a:buNone/>
              <a:defRPr sz="2400">
                <a:latin typeface="Space Grotesk Medium"/>
                <a:ea typeface="Space Grotesk Medium"/>
                <a:cs typeface="Space Grotesk Medium"/>
                <a:sym typeface="Space Grotesk Medium"/>
              </a:defRPr>
            </a:lvl2pPr>
            <a:lvl3pPr lvl="2" algn="ctr">
              <a:lnSpc>
                <a:spcPct val="100000"/>
              </a:lnSpc>
              <a:spcBef>
                <a:spcPts val="0"/>
              </a:spcBef>
              <a:spcAft>
                <a:spcPts val="0"/>
              </a:spcAft>
              <a:buSzPts val="2400"/>
              <a:buFont typeface="Space Grotesk Medium"/>
              <a:buNone/>
              <a:defRPr sz="2400">
                <a:latin typeface="Space Grotesk Medium"/>
                <a:ea typeface="Space Grotesk Medium"/>
                <a:cs typeface="Space Grotesk Medium"/>
                <a:sym typeface="Space Grotesk Medium"/>
              </a:defRPr>
            </a:lvl3pPr>
            <a:lvl4pPr lvl="3" algn="ctr">
              <a:lnSpc>
                <a:spcPct val="100000"/>
              </a:lnSpc>
              <a:spcBef>
                <a:spcPts val="0"/>
              </a:spcBef>
              <a:spcAft>
                <a:spcPts val="0"/>
              </a:spcAft>
              <a:buSzPts val="2400"/>
              <a:buFont typeface="Space Grotesk Medium"/>
              <a:buNone/>
              <a:defRPr sz="2400">
                <a:latin typeface="Space Grotesk Medium"/>
                <a:ea typeface="Space Grotesk Medium"/>
                <a:cs typeface="Space Grotesk Medium"/>
                <a:sym typeface="Space Grotesk Medium"/>
              </a:defRPr>
            </a:lvl4pPr>
            <a:lvl5pPr lvl="4" algn="ctr">
              <a:lnSpc>
                <a:spcPct val="100000"/>
              </a:lnSpc>
              <a:spcBef>
                <a:spcPts val="0"/>
              </a:spcBef>
              <a:spcAft>
                <a:spcPts val="0"/>
              </a:spcAft>
              <a:buSzPts val="2400"/>
              <a:buFont typeface="Space Grotesk Medium"/>
              <a:buNone/>
              <a:defRPr sz="2400">
                <a:latin typeface="Space Grotesk Medium"/>
                <a:ea typeface="Space Grotesk Medium"/>
                <a:cs typeface="Space Grotesk Medium"/>
                <a:sym typeface="Space Grotesk Medium"/>
              </a:defRPr>
            </a:lvl5pPr>
            <a:lvl6pPr lvl="5" algn="ctr">
              <a:lnSpc>
                <a:spcPct val="100000"/>
              </a:lnSpc>
              <a:spcBef>
                <a:spcPts val="0"/>
              </a:spcBef>
              <a:spcAft>
                <a:spcPts val="0"/>
              </a:spcAft>
              <a:buSzPts val="2400"/>
              <a:buFont typeface="Space Grotesk Medium"/>
              <a:buNone/>
              <a:defRPr sz="2400">
                <a:latin typeface="Space Grotesk Medium"/>
                <a:ea typeface="Space Grotesk Medium"/>
                <a:cs typeface="Space Grotesk Medium"/>
                <a:sym typeface="Space Grotesk Medium"/>
              </a:defRPr>
            </a:lvl6pPr>
            <a:lvl7pPr lvl="6" algn="ctr">
              <a:lnSpc>
                <a:spcPct val="100000"/>
              </a:lnSpc>
              <a:spcBef>
                <a:spcPts val="0"/>
              </a:spcBef>
              <a:spcAft>
                <a:spcPts val="0"/>
              </a:spcAft>
              <a:buSzPts val="2400"/>
              <a:buFont typeface="Space Grotesk Medium"/>
              <a:buNone/>
              <a:defRPr sz="2400">
                <a:latin typeface="Space Grotesk Medium"/>
                <a:ea typeface="Space Grotesk Medium"/>
                <a:cs typeface="Space Grotesk Medium"/>
                <a:sym typeface="Space Grotesk Medium"/>
              </a:defRPr>
            </a:lvl7pPr>
            <a:lvl8pPr lvl="7" algn="ctr">
              <a:lnSpc>
                <a:spcPct val="100000"/>
              </a:lnSpc>
              <a:spcBef>
                <a:spcPts val="0"/>
              </a:spcBef>
              <a:spcAft>
                <a:spcPts val="0"/>
              </a:spcAft>
              <a:buSzPts val="2400"/>
              <a:buFont typeface="Space Grotesk Medium"/>
              <a:buNone/>
              <a:defRPr sz="2400">
                <a:latin typeface="Space Grotesk Medium"/>
                <a:ea typeface="Space Grotesk Medium"/>
                <a:cs typeface="Space Grotesk Medium"/>
                <a:sym typeface="Space Grotesk Medium"/>
              </a:defRPr>
            </a:lvl8pPr>
            <a:lvl9pPr lvl="8" algn="ctr">
              <a:lnSpc>
                <a:spcPct val="100000"/>
              </a:lnSpc>
              <a:spcBef>
                <a:spcPts val="0"/>
              </a:spcBef>
              <a:spcAft>
                <a:spcPts val="0"/>
              </a:spcAft>
              <a:buSzPts val="2400"/>
              <a:buFont typeface="Space Grotesk Medium"/>
              <a:buNone/>
              <a:defRPr sz="2400">
                <a:latin typeface="Space Grotesk Medium"/>
                <a:ea typeface="Space Grotesk Medium"/>
                <a:cs typeface="Space Grotesk Medium"/>
                <a:sym typeface="Space Grotesk Medium"/>
              </a:defRPr>
            </a:lvl9pPr>
          </a:lstStyle>
          <a:p>
            <a:endParaRPr/>
          </a:p>
        </p:txBody>
      </p:sp>
      <p:sp>
        <p:nvSpPr>
          <p:cNvPr id="194" name="Google Shape;194;p19"/>
          <p:cNvSpPr txBox="1">
            <a:spLocks noGrp="1"/>
          </p:cNvSpPr>
          <p:nvPr>
            <p:ph type="subTitle" idx="13"/>
          </p:nvPr>
        </p:nvSpPr>
        <p:spPr>
          <a:xfrm>
            <a:off x="228600" y="2403600"/>
            <a:ext cx="4233600" cy="431100"/>
          </a:xfrm>
          <a:prstGeom prst="rect">
            <a:avLst/>
          </a:prstGeom>
        </p:spPr>
        <p:txBody>
          <a:bodyPr spcFirstLastPara="1" wrap="square" lIns="91425" tIns="91425" rIns="91425" bIns="91425" anchor="b" anchorCtr="0">
            <a:noAutofit/>
          </a:bodyPr>
          <a:lstStyle>
            <a:lvl1pPr lvl="0" algn="r">
              <a:lnSpc>
                <a:spcPct val="100000"/>
              </a:lnSpc>
              <a:spcBef>
                <a:spcPts val="0"/>
              </a:spcBef>
              <a:spcAft>
                <a:spcPts val="0"/>
              </a:spcAft>
              <a:buSzPts val="2400"/>
              <a:buFont typeface="Space Grotesk Medium"/>
              <a:buNone/>
              <a:defRPr sz="1600" b="1">
                <a:solidFill>
                  <a:schemeClr val="dk2"/>
                </a:solidFill>
                <a:latin typeface="Space Grotesk"/>
                <a:ea typeface="Space Grotesk"/>
                <a:cs typeface="Space Grotesk"/>
                <a:sym typeface="Space Grotesk"/>
              </a:defRPr>
            </a:lvl1pPr>
            <a:lvl2pPr lvl="1" algn="ctr">
              <a:lnSpc>
                <a:spcPct val="100000"/>
              </a:lnSpc>
              <a:spcBef>
                <a:spcPts val="0"/>
              </a:spcBef>
              <a:spcAft>
                <a:spcPts val="0"/>
              </a:spcAft>
              <a:buSzPts val="2400"/>
              <a:buFont typeface="Space Grotesk Medium"/>
              <a:buNone/>
              <a:defRPr sz="2400">
                <a:latin typeface="Space Grotesk Medium"/>
                <a:ea typeface="Space Grotesk Medium"/>
                <a:cs typeface="Space Grotesk Medium"/>
                <a:sym typeface="Space Grotesk Medium"/>
              </a:defRPr>
            </a:lvl2pPr>
            <a:lvl3pPr lvl="2" algn="ctr">
              <a:lnSpc>
                <a:spcPct val="100000"/>
              </a:lnSpc>
              <a:spcBef>
                <a:spcPts val="0"/>
              </a:spcBef>
              <a:spcAft>
                <a:spcPts val="0"/>
              </a:spcAft>
              <a:buSzPts val="2400"/>
              <a:buFont typeface="Space Grotesk Medium"/>
              <a:buNone/>
              <a:defRPr sz="2400">
                <a:latin typeface="Space Grotesk Medium"/>
                <a:ea typeface="Space Grotesk Medium"/>
                <a:cs typeface="Space Grotesk Medium"/>
                <a:sym typeface="Space Grotesk Medium"/>
              </a:defRPr>
            </a:lvl3pPr>
            <a:lvl4pPr lvl="3" algn="ctr">
              <a:lnSpc>
                <a:spcPct val="100000"/>
              </a:lnSpc>
              <a:spcBef>
                <a:spcPts val="0"/>
              </a:spcBef>
              <a:spcAft>
                <a:spcPts val="0"/>
              </a:spcAft>
              <a:buSzPts val="2400"/>
              <a:buFont typeface="Space Grotesk Medium"/>
              <a:buNone/>
              <a:defRPr sz="2400">
                <a:latin typeface="Space Grotesk Medium"/>
                <a:ea typeface="Space Grotesk Medium"/>
                <a:cs typeface="Space Grotesk Medium"/>
                <a:sym typeface="Space Grotesk Medium"/>
              </a:defRPr>
            </a:lvl4pPr>
            <a:lvl5pPr lvl="4" algn="ctr">
              <a:lnSpc>
                <a:spcPct val="100000"/>
              </a:lnSpc>
              <a:spcBef>
                <a:spcPts val="0"/>
              </a:spcBef>
              <a:spcAft>
                <a:spcPts val="0"/>
              </a:spcAft>
              <a:buSzPts val="2400"/>
              <a:buFont typeface="Space Grotesk Medium"/>
              <a:buNone/>
              <a:defRPr sz="2400">
                <a:latin typeface="Space Grotesk Medium"/>
                <a:ea typeface="Space Grotesk Medium"/>
                <a:cs typeface="Space Grotesk Medium"/>
                <a:sym typeface="Space Grotesk Medium"/>
              </a:defRPr>
            </a:lvl5pPr>
            <a:lvl6pPr lvl="5" algn="ctr">
              <a:lnSpc>
                <a:spcPct val="100000"/>
              </a:lnSpc>
              <a:spcBef>
                <a:spcPts val="0"/>
              </a:spcBef>
              <a:spcAft>
                <a:spcPts val="0"/>
              </a:spcAft>
              <a:buSzPts val="2400"/>
              <a:buFont typeface="Space Grotesk Medium"/>
              <a:buNone/>
              <a:defRPr sz="2400">
                <a:latin typeface="Space Grotesk Medium"/>
                <a:ea typeface="Space Grotesk Medium"/>
                <a:cs typeface="Space Grotesk Medium"/>
                <a:sym typeface="Space Grotesk Medium"/>
              </a:defRPr>
            </a:lvl6pPr>
            <a:lvl7pPr lvl="6" algn="ctr">
              <a:lnSpc>
                <a:spcPct val="100000"/>
              </a:lnSpc>
              <a:spcBef>
                <a:spcPts val="0"/>
              </a:spcBef>
              <a:spcAft>
                <a:spcPts val="0"/>
              </a:spcAft>
              <a:buSzPts val="2400"/>
              <a:buFont typeface="Space Grotesk Medium"/>
              <a:buNone/>
              <a:defRPr sz="2400">
                <a:latin typeface="Space Grotesk Medium"/>
                <a:ea typeface="Space Grotesk Medium"/>
                <a:cs typeface="Space Grotesk Medium"/>
                <a:sym typeface="Space Grotesk Medium"/>
              </a:defRPr>
            </a:lvl7pPr>
            <a:lvl8pPr lvl="7" algn="ctr">
              <a:lnSpc>
                <a:spcPct val="100000"/>
              </a:lnSpc>
              <a:spcBef>
                <a:spcPts val="0"/>
              </a:spcBef>
              <a:spcAft>
                <a:spcPts val="0"/>
              </a:spcAft>
              <a:buSzPts val="2400"/>
              <a:buFont typeface="Space Grotesk Medium"/>
              <a:buNone/>
              <a:defRPr sz="2400">
                <a:latin typeface="Space Grotesk Medium"/>
                <a:ea typeface="Space Grotesk Medium"/>
                <a:cs typeface="Space Grotesk Medium"/>
                <a:sym typeface="Space Grotesk Medium"/>
              </a:defRPr>
            </a:lvl8pPr>
            <a:lvl9pPr lvl="8" algn="ctr">
              <a:lnSpc>
                <a:spcPct val="100000"/>
              </a:lnSpc>
              <a:spcBef>
                <a:spcPts val="0"/>
              </a:spcBef>
              <a:spcAft>
                <a:spcPts val="0"/>
              </a:spcAft>
              <a:buSzPts val="2400"/>
              <a:buFont typeface="Space Grotesk Medium"/>
              <a:buNone/>
              <a:defRPr sz="2400">
                <a:latin typeface="Space Grotesk Medium"/>
                <a:ea typeface="Space Grotesk Medium"/>
                <a:cs typeface="Space Grotesk Medium"/>
                <a:sym typeface="Space Grotesk Medium"/>
              </a:defRPr>
            </a:lvl9pPr>
          </a:lstStyle>
          <a:p>
            <a:endParaRPr/>
          </a:p>
        </p:txBody>
      </p:sp>
      <p:sp>
        <p:nvSpPr>
          <p:cNvPr id="195" name="Google Shape;195;p19"/>
          <p:cNvSpPr txBox="1">
            <a:spLocks noGrp="1"/>
          </p:cNvSpPr>
          <p:nvPr>
            <p:ph type="subTitle" idx="14"/>
          </p:nvPr>
        </p:nvSpPr>
        <p:spPr>
          <a:xfrm>
            <a:off x="4681650" y="2403599"/>
            <a:ext cx="4233600" cy="431100"/>
          </a:xfrm>
          <a:prstGeom prst="rect">
            <a:avLst/>
          </a:prstGeom>
        </p:spPr>
        <p:txBody>
          <a:bodyPr spcFirstLastPara="1" wrap="square" lIns="91425" tIns="91425" rIns="91425" bIns="91425" anchor="b" anchorCtr="0">
            <a:noAutofit/>
          </a:bodyPr>
          <a:lstStyle>
            <a:lvl1pPr lvl="0" algn="r">
              <a:lnSpc>
                <a:spcPct val="100000"/>
              </a:lnSpc>
              <a:spcBef>
                <a:spcPts val="0"/>
              </a:spcBef>
              <a:spcAft>
                <a:spcPts val="0"/>
              </a:spcAft>
              <a:buSzPts val="2400"/>
              <a:buFont typeface="Space Grotesk Medium"/>
              <a:buNone/>
              <a:defRPr sz="1600" b="1">
                <a:solidFill>
                  <a:schemeClr val="dk2"/>
                </a:solidFill>
                <a:latin typeface="Space Grotesk"/>
                <a:ea typeface="Space Grotesk"/>
                <a:cs typeface="Space Grotesk"/>
                <a:sym typeface="Space Grotesk"/>
              </a:defRPr>
            </a:lvl1pPr>
            <a:lvl2pPr lvl="1" algn="ctr">
              <a:lnSpc>
                <a:spcPct val="100000"/>
              </a:lnSpc>
              <a:spcBef>
                <a:spcPts val="0"/>
              </a:spcBef>
              <a:spcAft>
                <a:spcPts val="0"/>
              </a:spcAft>
              <a:buSzPts val="2400"/>
              <a:buFont typeface="Space Grotesk Medium"/>
              <a:buNone/>
              <a:defRPr sz="2400">
                <a:latin typeface="Space Grotesk Medium"/>
                <a:ea typeface="Space Grotesk Medium"/>
                <a:cs typeface="Space Grotesk Medium"/>
                <a:sym typeface="Space Grotesk Medium"/>
              </a:defRPr>
            </a:lvl2pPr>
            <a:lvl3pPr lvl="2" algn="ctr">
              <a:lnSpc>
                <a:spcPct val="100000"/>
              </a:lnSpc>
              <a:spcBef>
                <a:spcPts val="0"/>
              </a:spcBef>
              <a:spcAft>
                <a:spcPts val="0"/>
              </a:spcAft>
              <a:buSzPts val="2400"/>
              <a:buFont typeface="Space Grotesk Medium"/>
              <a:buNone/>
              <a:defRPr sz="2400">
                <a:latin typeface="Space Grotesk Medium"/>
                <a:ea typeface="Space Grotesk Medium"/>
                <a:cs typeface="Space Grotesk Medium"/>
                <a:sym typeface="Space Grotesk Medium"/>
              </a:defRPr>
            </a:lvl3pPr>
            <a:lvl4pPr lvl="3" algn="ctr">
              <a:lnSpc>
                <a:spcPct val="100000"/>
              </a:lnSpc>
              <a:spcBef>
                <a:spcPts val="0"/>
              </a:spcBef>
              <a:spcAft>
                <a:spcPts val="0"/>
              </a:spcAft>
              <a:buSzPts val="2400"/>
              <a:buFont typeface="Space Grotesk Medium"/>
              <a:buNone/>
              <a:defRPr sz="2400">
                <a:latin typeface="Space Grotesk Medium"/>
                <a:ea typeface="Space Grotesk Medium"/>
                <a:cs typeface="Space Grotesk Medium"/>
                <a:sym typeface="Space Grotesk Medium"/>
              </a:defRPr>
            </a:lvl4pPr>
            <a:lvl5pPr lvl="4" algn="ctr">
              <a:lnSpc>
                <a:spcPct val="100000"/>
              </a:lnSpc>
              <a:spcBef>
                <a:spcPts val="0"/>
              </a:spcBef>
              <a:spcAft>
                <a:spcPts val="0"/>
              </a:spcAft>
              <a:buSzPts val="2400"/>
              <a:buFont typeface="Space Grotesk Medium"/>
              <a:buNone/>
              <a:defRPr sz="2400">
                <a:latin typeface="Space Grotesk Medium"/>
                <a:ea typeface="Space Grotesk Medium"/>
                <a:cs typeface="Space Grotesk Medium"/>
                <a:sym typeface="Space Grotesk Medium"/>
              </a:defRPr>
            </a:lvl5pPr>
            <a:lvl6pPr lvl="5" algn="ctr">
              <a:lnSpc>
                <a:spcPct val="100000"/>
              </a:lnSpc>
              <a:spcBef>
                <a:spcPts val="0"/>
              </a:spcBef>
              <a:spcAft>
                <a:spcPts val="0"/>
              </a:spcAft>
              <a:buSzPts val="2400"/>
              <a:buFont typeface="Space Grotesk Medium"/>
              <a:buNone/>
              <a:defRPr sz="2400">
                <a:latin typeface="Space Grotesk Medium"/>
                <a:ea typeface="Space Grotesk Medium"/>
                <a:cs typeface="Space Grotesk Medium"/>
                <a:sym typeface="Space Grotesk Medium"/>
              </a:defRPr>
            </a:lvl6pPr>
            <a:lvl7pPr lvl="6" algn="ctr">
              <a:lnSpc>
                <a:spcPct val="100000"/>
              </a:lnSpc>
              <a:spcBef>
                <a:spcPts val="0"/>
              </a:spcBef>
              <a:spcAft>
                <a:spcPts val="0"/>
              </a:spcAft>
              <a:buSzPts val="2400"/>
              <a:buFont typeface="Space Grotesk Medium"/>
              <a:buNone/>
              <a:defRPr sz="2400">
                <a:latin typeface="Space Grotesk Medium"/>
                <a:ea typeface="Space Grotesk Medium"/>
                <a:cs typeface="Space Grotesk Medium"/>
                <a:sym typeface="Space Grotesk Medium"/>
              </a:defRPr>
            </a:lvl7pPr>
            <a:lvl8pPr lvl="7" algn="ctr">
              <a:lnSpc>
                <a:spcPct val="100000"/>
              </a:lnSpc>
              <a:spcBef>
                <a:spcPts val="0"/>
              </a:spcBef>
              <a:spcAft>
                <a:spcPts val="0"/>
              </a:spcAft>
              <a:buSzPts val="2400"/>
              <a:buFont typeface="Space Grotesk Medium"/>
              <a:buNone/>
              <a:defRPr sz="2400">
                <a:latin typeface="Space Grotesk Medium"/>
                <a:ea typeface="Space Grotesk Medium"/>
                <a:cs typeface="Space Grotesk Medium"/>
                <a:sym typeface="Space Grotesk Medium"/>
              </a:defRPr>
            </a:lvl8pPr>
            <a:lvl9pPr lvl="8" algn="ctr">
              <a:lnSpc>
                <a:spcPct val="100000"/>
              </a:lnSpc>
              <a:spcBef>
                <a:spcPts val="0"/>
              </a:spcBef>
              <a:spcAft>
                <a:spcPts val="0"/>
              </a:spcAft>
              <a:buSzPts val="2400"/>
              <a:buFont typeface="Space Grotesk Medium"/>
              <a:buNone/>
              <a:defRPr sz="2400">
                <a:latin typeface="Space Grotesk Medium"/>
                <a:ea typeface="Space Grotesk Medium"/>
                <a:cs typeface="Space Grotesk Medium"/>
                <a:sym typeface="Space Grotesk Medium"/>
              </a:defRPr>
            </a:lvl9pPr>
          </a:lstStyle>
          <a:p>
            <a:endParaRPr/>
          </a:p>
        </p:txBody>
      </p:sp>
      <p:sp>
        <p:nvSpPr>
          <p:cNvPr id="196" name="Google Shape;196;p19"/>
          <p:cNvSpPr txBox="1">
            <a:spLocks noGrp="1"/>
          </p:cNvSpPr>
          <p:nvPr>
            <p:ph type="subTitle" idx="15"/>
          </p:nvPr>
        </p:nvSpPr>
        <p:spPr>
          <a:xfrm>
            <a:off x="4681650" y="3637023"/>
            <a:ext cx="4233600" cy="431100"/>
          </a:xfrm>
          <a:prstGeom prst="rect">
            <a:avLst/>
          </a:prstGeom>
        </p:spPr>
        <p:txBody>
          <a:bodyPr spcFirstLastPara="1" wrap="square" lIns="91425" tIns="91425" rIns="91425" bIns="91425" anchor="b" anchorCtr="0">
            <a:noAutofit/>
          </a:bodyPr>
          <a:lstStyle>
            <a:lvl1pPr lvl="0" algn="r">
              <a:lnSpc>
                <a:spcPct val="100000"/>
              </a:lnSpc>
              <a:spcBef>
                <a:spcPts val="0"/>
              </a:spcBef>
              <a:spcAft>
                <a:spcPts val="0"/>
              </a:spcAft>
              <a:buSzPts val="2400"/>
              <a:buFont typeface="Space Grotesk Medium"/>
              <a:buNone/>
              <a:defRPr sz="1600" b="1">
                <a:solidFill>
                  <a:schemeClr val="dk2"/>
                </a:solidFill>
                <a:latin typeface="Space Grotesk"/>
                <a:ea typeface="Space Grotesk"/>
                <a:cs typeface="Space Grotesk"/>
                <a:sym typeface="Space Grotesk"/>
              </a:defRPr>
            </a:lvl1pPr>
            <a:lvl2pPr lvl="1" algn="ctr">
              <a:lnSpc>
                <a:spcPct val="100000"/>
              </a:lnSpc>
              <a:spcBef>
                <a:spcPts val="0"/>
              </a:spcBef>
              <a:spcAft>
                <a:spcPts val="0"/>
              </a:spcAft>
              <a:buSzPts val="2400"/>
              <a:buFont typeface="Space Grotesk Medium"/>
              <a:buNone/>
              <a:defRPr sz="2400">
                <a:latin typeface="Space Grotesk Medium"/>
                <a:ea typeface="Space Grotesk Medium"/>
                <a:cs typeface="Space Grotesk Medium"/>
                <a:sym typeface="Space Grotesk Medium"/>
              </a:defRPr>
            </a:lvl2pPr>
            <a:lvl3pPr lvl="2" algn="ctr">
              <a:lnSpc>
                <a:spcPct val="100000"/>
              </a:lnSpc>
              <a:spcBef>
                <a:spcPts val="0"/>
              </a:spcBef>
              <a:spcAft>
                <a:spcPts val="0"/>
              </a:spcAft>
              <a:buSzPts val="2400"/>
              <a:buFont typeface="Space Grotesk Medium"/>
              <a:buNone/>
              <a:defRPr sz="2400">
                <a:latin typeface="Space Grotesk Medium"/>
                <a:ea typeface="Space Grotesk Medium"/>
                <a:cs typeface="Space Grotesk Medium"/>
                <a:sym typeface="Space Grotesk Medium"/>
              </a:defRPr>
            </a:lvl3pPr>
            <a:lvl4pPr lvl="3" algn="ctr">
              <a:lnSpc>
                <a:spcPct val="100000"/>
              </a:lnSpc>
              <a:spcBef>
                <a:spcPts val="0"/>
              </a:spcBef>
              <a:spcAft>
                <a:spcPts val="0"/>
              </a:spcAft>
              <a:buSzPts val="2400"/>
              <a:buFont typeface="Space Grotesk Medium"/>
              <a:buNone/>
              <a:defRPr sz="2400">
                <a:latin typeface="Space Grotesk Medium"/>
                <a:ea typeface="Space Grotesk Medium"/>
                <a:cs typeface="Space Grotesk Medium"/>
                <a:sym typeface="Space Grotesk Medium"/>
              </a:defRPr>
            </a:lvl4pPr>
            <a:lvl5pPr lvl="4" algn="ctr">
              <a:lnSpc>
                <a:spcPct val="100000"/>
              </a:lnSpc>
              <a:spcBef>
                <a:spcPts val="0"/>
              </a:spcBef>
              <a:spcAft>
                <a:spcPts val="0"/>
              </a:spcAft>
              <a:buSzPts val="2400"/>
              <a:buFont typeface="Space Grotesk Medium"/>
              <a:buNone/>
              <a:defRPr sz="2400">
                <a:latin typeface="Space Grotesk Medium"/>
                <a:ea typeface="Space Grotesk Medium"/>
                <a:cs typeface="Space Grotesk Medium"/>
                <a:sym typeface="Space Grotesk Medium"/>
              </a:defRPr>
            </a:lvl5pPr>
            <a:lvl6pPr lvl="5" algn="ctr">
              <a:lnSpc>
                <a:spcPct val="100000"/>
              </a:lnSpc>
              <a:spcBef>
                <a:spcPts val="0"/>
              </a:spcBef>
              <a:spcAft>
                <a:spcPts val="0"/>
              </a:spcAft>
              <a:buSzPts val="2400"/>
              <a:buFont typeface="Space Grotesk Medium"/>
              <a:buNone/>
              <a:defRPr sz="2400">
                <a:latin typeface="Space Grotesk Medium"/>
                <a:ea typeface="Space Grotesk Medium"/>
                <a:cs typeface="Space Grotesk Medium"/>
                <a:sym typeface="Space Grotesk Medium"/>
              </a:defRPr>
            </a:lvl6pPr>
            <a:lvl7pPr lvl="6" algn="ctr">
              <a:lnSpc>
                <a:spcPct val="100000"/>
              </a:lnSpc>
              <a:spcBef>
                <a:spcPts val="0"/>
              </a:spcBef>
              <a:spcAft>
                <a:spcPts val="0"/>
              </a:spcAft>
              <a:buSzPts val="2400"/>
              <a:buFont typeface="Space Grotesk Medium"/>
              <a:buNone/>
              <a:defRPr sz="2400">
                <a:latin typeface="Space Grotesk Medium"/>
                <a:ea typeface="Space Grotesk Medium"/>
                <a:cs typeface="Space Grotesk Medium"/>
                <a:sym typeface="Space Grotesk Medium"/>
              </a:defRPr>
            </a:lvl7pPr>
            <a:lvl8pPr lvl="7" algn="ctr">
              <a:lnSpc>
                <a:spcPct val="100000"/>
              </a:lnSpc>
              <a:spcBef>
                <a:spcPts val="0"/>
              </a:spcBef>
              <a:spcAft>
                <a:spcPts val="0"/>
              </a:spcAft>
              <a:buSzPts val="2400"/>
              <a:buFont typeface="Space Grotesk Medium"/>
              <a:buNone/>
              <a:defRPr sz="2400">
                <a:latin typeface="Space Grotesk Medium"/>
                <a:ea typeface="Space Grotesk Medium"/>
                <a:cs typeface="Space Grotesk Medium"/>
                <a:sym typeface="Space Grotesk Medium"/>
              </a:defRPr>
            </a:lvl8pPr>
            <a:lvl9pPr lvl="8" algn="ctr">
              <a:lnSpc>
                <a:spcPct val="100000"/>
              </a:lnSpc>
              <a:spcBef>
                <a:spcPts val="0"/>
              </a:spcBef>
              <a:spcAft>
                <a:spcPts val="0"/>
              </a:spcAft>
              <a:buSzPts val="2400"/>
              <a:buFont typeface="Space Grotesk Medium"/>
              <a:buNone/>
              <a:defRPr sz="2400">
                <a:latin typeface="Space Grotesk Medium"/>
                <a:ea typeface="Space Grotesk Medium"/>
                <a:cs typeface="Space Grotesk Medium"/>
                <a:sym typeface="Space Grotesk Medium"/>
              </a:defRPr>
            </a:lvl9pPr>
          </a:lstStyle>
          <a:p>
            <a:endParaRPr/>
          </a:p>
        </p:txBody>
      </p:sp>
    </p:spTree>
  </p:cSld>
  <p:clrMapOvr>
    <a:masterClrMapping/>
  </p:clrMapOvr>
  <p:transition spd="slow">
    <p:push dir="u"/>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Numbers and text">
  <p:cSld name="BLANK_1_1_1_1_1_1">
    <p:spTree>
      <p:nvGrpSpPr>
        <p:cNvPr id="1" name="Shape 197"/>
        <p:cNvGrpSpPr/>
        <p:nvPr/>
      </p:nvGrpSpPr>
      <p:grpSpPr>
        <a:xfrm>
          <a:off x="0" y="0"/>
          <a:ext cx="0" cy="0"/>
          <a:chOff x="0" y="0"/>
          <a:chExt cx="0" cy="0"/>
        </a:xfrm>
      </p:grpSpPr>
      <p:grpSp>
        <p:nvGrpSpPr>
          <p:cNvPr id="198" name="Google Shape;198;p20"/>
          <p:cNvGrpSpPr/>
          <p:nvPr/>
        </p:nvGrpSpPr>
        <p:grpSpPr>
          <a:xfrm>
            <a:off x="100" y="0"/>
            <a:ext cx="9144000" cy="228600"/>
            <a:chOff x="100" y="0"/>
            <a:chExt cx="9144000" cy="228600"/>
          </a:xfrm>
        </p:grpSpPr>
        <p:sp>
          <p:nvSpPr>
            <p:cNvPr id="199" name="Google Shape;199;p20"/>
            <p:cNvSpPr/>
            <p:nvPr/>
          </p:nvSpPr>
          <p:spPr>
            <a:xfrm>
              <a:off x="100" y="0"/>
              <a:ext cx="9144000" cy="2286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nvGrpSpPr>
            <p:cNvPr id="200" name="Google Shape;200;p20"/>
            <p:cNvGrpSpPr/>
            <p:nvPr/>
          </p:nvGrpSpPr>
          <p:grpSpPr>
            <a:xfrm>
              <a:off x="228600" y="75300"/>
              <a:ext cx="339251" cy="78000"/>
              <a:chOff x="228600" y="75300"/>
              <a:chExt cx="339251" cy="78000"/>
            </a:xfrm>
          </p:grpSpPr>
          <p:sp>
            <p:nvSpPr>
              <p:cNvPr id="201" name="Google Shape;201;p20"/>
              <p:cNvSpPr/>
              <p:nvPr/>
            </p:nvSpPr>
            <p:spPr>
              <a:xfrm>
                <a:off x="228600" y="75300"/>
                <a:ext cx="78000" cy="78000"/>
              </a:xfrm>
              <a:prstGeom prst="ellipse">
                <a:avLst/>
              </a:prstGeom>
              <a:solidFill>
                <a:schemeClr val="lt1"/>
              </a:solidFill>
              <a:ln>
                <a:noFill/>
              </a:ln>
            </p:spPr>
            <p:txBody>
              <a:bodyPr spcFirstLastPara="1" wrap="square" lIns="32550" tIns="32550" rIns="32550" bIns="32550" anchor="ctr" anchorCtr="0">
                <a:noAutofit/>
              </a:bodyPr>
              <a:lstStyle/>
              <a:p>
                <a:pPr marL="0" lvl="0" indent="0" algn="ctr" rtl="0">
                  <a:spcBef>
                    <a:spcPts val="0"/>
                  </a:spcBef>
                  <a:spcAft>
                    <a:spcPts val="0"/>
                  </a:spcAft>
                  <a:buNone/>
                </a:pPr>
                <a:endParaRPr sz="498">
                  <a:latin typeface="Lato"/>
                  <a:ea typeface="Lato"/>
                  <a:cs typeface="Lato"/>
                  <a:sym typeface="Lato"/>
                </a:endParaRPr>
              </a:p>
            </p:txBody>
          </p:sp>
          <p:sp>
            <p:nvSpPr>
              <p:cNvPr id="202" name="Google Shape;202;p20"/>
              <p:cNvSpPr/>
              <p:nvPr/>
            </p:nvSpPr>
            <p:spPr>
              <a:xfrm>
                <a:off x="359226" y="75300"/>
                <a:ext cx="78000" cy="78000"/>
              </a:xfrm>
              <a:prstGeom prst="ellipse">
                <a:avLst/>
              </a:prstGeom>
              <a:solidFill>
                <a:schemeClr val="lt1"/>
              </a:solidFill>
              <a:ln>
                <a:noFill/>
              </a:ln>
            </p:spPr>
            <p:txBody>
              <a:bodyPr spcFirstLastPara="1" wrap="square" lIns="32550" tIns="32550" rIns="32550" bIns="32550" anchor="ctr" anchorCtr="0">
                <a:noAutofit/>
              </a:bodyPr>
              <a:lstStyle/>
              <a:p>
                <a:pPr marL="0" lvl="0" indent="0" algn="ctr" rtl="0">
                  <a:spcBef>
                    <a:spcPts val="0"/>
                  </a:spcBef>
                  <a:spcAft>
                    <a:spcPts val="0"/>
                  </a:spcAft>
                  <a:buNone/>
                </a:pPr>
                <a:endParaRPr sz="498">
                  <a:latin typeface="Lato"/>
                  <a:ea typeface="Lato"/>
                  <a:cs typeface="Lato"/>
                  <a:sym typeface="Lato"/>
                </a:endParaRPr>
              </a:p>
            </p:txBody>
          </p:sp>
          <p:sp>
            <p:nvSpPr>
              <p:cNvPr id="203" name="Google Shape;203;p20"/>
              <p:cNvSpPr/>
              <p:nvPr/>
            </p:nvSpPr>
            <p:spPr>
              <a:xfrm>
                <a:off x="489851" y="75300"/>
                <a:ext cx="78000" cy="78000"/>
              </a:xfrm>
              <a:prstGeom prst="ellipse">
                <a:avLst/>
              </a:prstGeom>
              <a:solidFill>
                <a:schemeClr val="lt1"/>
              </a:solidFill>
              <a:ln>
                <a:noFill/>
              </a:ln>
            </p:spPr>
            <p:txBody>
              <a:bodyPr spcFirstLastPara="1" wrap="square" lIns="32550" tIns="32550" rIns="32550" bIns="32550" anchor="ctr" anchorCtr="0">
                <a:noAutofit/>
              </a:bodyPr>
              <a:lstStyle/>
              <a:p>
                <a:pPr marL="0" lvl="0" indent="0" algn="ctr" rtl="0">
                  <a:spcBef>
                    <a:spcPts val="0"/>
                  </a:spcBef>
                  <a:spcAft>
                    <a:spcPts val="0"/>
                  </a:spcAft>
                  <a:buNone/>
                </a:pPr>
                <a:endParaRPr sz="498">
                  <a:latin typeface="Lato"/>
                  <a:ea typeface="Lato"/>
                  <a:cs typeface="Lato"/>
                  <a:sym typeface="Lato"/>
                </a:endParaRPr>
              </a:p>
            </p:txBody>
          </p:sp>
        </p:grpSp>
      </p:grpSp>
      <p:sp>
        <p:nvSpPr>
          <p:cNvPr id="204" name="Google Shape;204;p20"/>
          <p:cNvSpPr txBox="1">
            <a:spLocks noGrp="1"/>
          </p:cNvSpPr>
          <p:nvPr>
            <p:ph type="title"/>
          </p:nvPr>
        </p:nvSpPr>
        <p:spPr>
          <a:xfrm>
            <a:off x="228600" y="4342500"/>
            <a:ext cx="8686800" cy="572700"/>
          </a:xfrm>
          <a:prstGeom prst="rect">
            <a:avLst/>
          </a:prstGeom>
        </p:spPr>
        <p:txBody>
          <a:bodyPr spcFirstLastPara="1" wrap="square" lIns="91425" tIns="91425" rIns="91425" bIns="91425" anchor="t" anchorCtr="0">
            <a:noAutofit/>
          </a:bodyPr>
          <a:lstStyle>
            <a:lvl1pPr lvl="0" algn="r">
              <a:spcBef>
                <a:spcPts val="0"/>
              </a:spcBef>
              <a:spcAft>
                <a:spcPts val="0"/>
              </a:spcAft>
              <a:buSzPts val="2600"/>
              <a:buNone/>
              <a:defRPr/>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a:endParaRPr/>
          </a:p>
        </p:txBody>
      </p:sp>
      <p:sp>
        <p:nvSpPr>
          <p:cNvPr id="205" name="Google Shape;205;p20"/>
          <p:cNvSpPr txBox="1">
            <a:spLocks noGrp="1"/>
          </p:cNvSpPr>
          <p:nvPr>
            <p:ph type="title" idx="2" hasCustomPrompt="1"/>
          </p:nvPr>
        </p:nvSpPr>
        <p:spPr>
          <a:xfrm>
            <a:off x="228719" y="829050"/>
            <a:ext cx="2399700" cy="523200"/>
          </a:xfrm>
          <a:prstGeom prst="rect">
            <a:avLst/>
          </a:prstGeom>
        </p:spPr>
        <p:txBody>
          <a:bodyPr spcFirstLastPara="1" wrap="square" lIns="91425" tIns="91425" rIns="91425" bIns="91425" anchor="b" anchorCtr="0">
            <a:noAutofit/>
          </a:bodyPr>
          <a:lstStyle>
            <a:lvl1pPr lvl="0">
              <a:spcBef>
                <a:spcPts val="0"/>
              </a:spcBef>
              <a:spcAft>
                <a:spcPts val="0"/>
              </a:spcAft>
              <a:buSzPts val="6200"/>
              <a:buNone/>
              <a:defRPr sz="2200" b="0">
                <a:solidFill>
                  <a:schemeClr val="dk2"/>
                </a:solidFill>
                <a:latin typeface="IBM Plex Mono SemiBold"/>
                <a:ea typeface="IBM Plex Mono SemiBold"/>
                <a:cs typeface="IBM Plex Mono SemiBold"/>
                <a:sym typeface="IBM Plex Mono SemiBold"/>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206" name="Google Shape;206;p20"/>
          <p:cNvSpPr txBox="1">
            <a:spLocks noGrp="1"/>
          </p:cNvSpPr>
          <p:nvPr>
            <p:ph type="subTitle" idx="1"/>
          </p:nvPr>
        </p:nvSpPr>
        <p:spPr>
          <a:xfrm>
            <a:off x="228600" y="1276050"/>
            <a:ext cx="2399700" cy="554100"/>
          </a:xfrm>
          <a:prstGeom prst="rect">
            <a:avLst/>
          </a:prstGeom>
          <a:ln>
            <a:noFill/>
          </a:ln>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200"/>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a:endParaRPr/>
          </a:p>
        </p:txBody>
      </p:sp>
      <p:sp>
        <p:nvSpPr>
          <p:cNvPr id="207" name="Google Shape;207;p20"/>
          <p:cNvSpPr txBox="1">
            <a:spLocks noGrp="1"/>
          </p:cNvSpPr>
          <p:nvPr>
            <p:ph type="title" idx="3" hasCustomPrompt="1"/>
          </p:nvPr>
        </p:nvSpPr>
        <p:spPr>
          <a:xfrm>
            <a:off x="228719" y="3313350"/>
            <a:ext cx="2399700" cy="523200"/>
          </a:xfrm>
          <a:prstGeom prst="rect">
            <a:avLst/>
          </a:prstGeom>
        </p:spPr>
        <p:txBody>
          <a:bodyPr spcFirstLastPara="1" wrap="square" lIns="91425" tIns="91425" rIns="91425" bIns="91425" anchor="b" anchorCtr="0">
            <a:noAutofit/>
          </a:bodyPr>
          <a:lstStyle>
            <a:lvl1pPr lvl="0">
              <a:spcBef>
                <a:spcPts val="0"/>
              </a:spcBef>
              <a:spcAft>
                <a:spcPts val="0"/>
              </a:spcAft>
              <a:buSzPts val="6200"/>
              <a:buNone/>
              <a:defRPr sz="2200" b="0">
                <a:solidFill>
                  <a:schemeClr val="accent1"/>
                </a:solidFill>
                <a:latin typeface="Space Grotesk Medium"/>
                <a:ea typeface="Space Grotesk Medium"/>
                <a:cs typeface="Space Grotesk Medium"/>
                <a:sym typeface="Space Grotesk Medium"/>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208" name="Google Shape;208;p20"/>
          <p:cNvSpPr txBox="1">
            <a:spLocks noGrp="1"/>
          </p:cNvSpPr>
          <p:nvPr>
            <p:ph type="subTitle" idx="4"/>
          </p:nvPr>
        </p:nvSpPr>
        <p:spPr>
          <a:xfrm>
            <a:off x="228600" y="3760350"/>
            <a:ext cx="2399700" cy="554100"/>
          </a:xfrm>
          <a:prstGeom prst="rect">
            <a:avLst/>
          </a:prstGeom>
          <a:ln>
            <a:noFill/>
          </a:ln>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200"/>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a:endParaRPr/>
          </a:p>
        </p:txBody>
      </p:sp>
      <p:sp>
        <p:nvSpPr>
          <p:cNvPr id="209" name="Google Shape;209;p20"/>
          <p:cNvSpPr txBox="1">
            <a:spLocks noGrp="1"/>
          </p:cNvSpPr>
          <p:nvPr>
            <p:ph type="title" idx="5" hasCustomPrompt="1"/>
          </p:nvPr>
        </p:nvSpPr>
        <p:spPr>
          <a:xfrm>
            <a:off x="228719" y="2071200"/>
            <a:ext cx="2399700" cy="523200"/>
          </a:xfrm>
          <a:prstGeom prst="rect">
            <a:avLst/>
          </a:prstGeom>
        </p:spPr>
        <p:txBody>
          <a:bodyPr spcFirstLastPara="1" wrap="square" lIns="91425" tIns="91425" rIns="91425" bIns="91425" anchor="b" anchorCtr="0">
            <a:noAutofit/>
          </a:bodyPr>
          <a:lstStyle>
            <a:lvl1pPr lvl="0">
              <a:spcBef>
                <a:spcPts val="0"/>
              </a:spcBef>
              <a:spcAft>
                <a:spcPts val="0"/>
              </a:spcAft>
              <a:buSzPts val="6200"/>
              <a:buNone/>
              <a:defRPr sz="2200" b="0">
                <a:solidFill>
                  <a:schemeClr val="accent1"/>
                </a:solidFill>
                <a:latin typeface="Space Grotesk Medium"/>
                <a:ea typeface="Space Grotesk Medium"/>
                <a:cs typeface="Space Grotesk Medium"/>
                <a:sym typeface="Space Grotesk Medium"/>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210" name="Google Shape;210;p20"/>
          <p:cNvSpPr txBox="1">
            <a:spLocks noGrp="1"/>
          </p:cNvSpPr>
          <p:nvPr>
            <p:ph type="subTitle" idx="6"/>
          </p:nvPr>
        </p:nvSpPr>
        <p:spPr>
          <a:xfrm>
            <a:off x="228600" y="2518200"/>
            <a:ext cx="2399700" cy="554100"/>
          </a:xfrm>
          <a:prstGeom prst="rect">
            <a:avLst/>
          </a:prstGeom>
          <a:ln>
            <a:noFill/>
          </a:ln>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200"/>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a:endParaRPr/>
          </a:p>
        </p:txBody>
      </p:sp>
      <p:sp>
        <p:nvSpPr>
          <p:cNvPr id="211" name="Google Shape;211;p20"/>
          <p:cNvSpPr>
            <a:spLocks noGrp="1"/>
          </p:cNvSpPr>
          <p:nvPr>
            <p:ph type="pic" idx="7"/>
          </p:nvPr>
        </p:nvSpPr>
        <p:spPr>
          <a:xfrm>
            <a:off x="3741600" y="633000"/>
            <a:ext cx="5173800" cy="3629400"/>
          </a:xfrm>
          <a:prstGeom prst="rect">
            <a:avLst/>
          </a:prstGeom>
          <a:noFill/>
          <a:ln>
            <a:noFill/>
          </a:ln>
        </p:spPr>
      </p:sp>
    </p:spTree>
  </p:cSld>
  <p:clrMapOvr>
    <a:masterClrMapping/>
  </p:clrMapOvr>
  <p:transition spd="slow">
    <p:push dir="u"/>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212"/>
        <p:cNvGrpSpPr/>
        <p:nvPr/>
      </p:nvGrpSpPr>
      <p:grpSpPr>
        <a:xfrm>
          <a:off x="0" y="0"/>
          <a:ext cx="0" cy="0"/>
          <a:chOff x="0" y="0"/>
          <a:chExt cx="0" cy="0"/>
        </a:xfrm>
      </p:grpSpPr>
      <p:grpSp>
        <p:nvGrpSpPr>
          <p:cNvPr id="213" name="Google Shape;213;p21"/>
          <p:cNvGrpSpPr/>
          <p:nvPr/>
        </p:nvGrpSpPr>
        <p:grpSpPr>
          <a:xfrm>
            <a:off x="100" y="0"/>
            <a:ext cx="9144000" cy="228600"/>
            <a:chOff x="100" y="0"/>
            <a:chExt cx="9144000" cy="228600"/>
          </a:xfrm>
        </p:grpSpPr>
        <p:sp>
          <p:nvSpPr>
            <p:cNvPr id="214" name="Google Shape;214;p21"/>
            <p:cNvSpPr/>
            <p:nvPr/>
          </p:nvSpPr>
          <p:spPr>
            <a:xfrm>
              <a:off x="100" y="0"/>
              <a:ext cx="9144000" cy="2286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nvGrpSpPr>
            <p:cNvPr id="215" name="Google Shape;215;p21"/>
            <p:cNvGrpSpPr/>
            <p:nvPr/>
          </p:nvGrpSpPr>
          <p:grpSpPr>
            <a:xfrm>
              <a:off x="228600" y="75300"/>
              <a:ext cx="339251" cy="78000"/>
              <a:chOff x="228600" y="75300"/>
              <a:chExt cx="339251" cy="78000"/>
            </a:xfrm>
          </p:grpSpPr>
          <p:sp>
            <p:nvSpPr>
              <p:cNvPr id="216" name="Google Shape;216;p21"/>
              <p:cNvSpPr/>
              <p:nvPr/>
            </p:nvSpPr>
            <p:spPr>
              <a:xfrm>
                <a:off x="228600" y="75300"/>
                <a:ext cx="78000" cy="78000"/>
              </a:xfrm>
              <a:prstGeom prst="ellipse">
                <a:avLst/>
              </a:prstGeom>
              <a:solidFill>
                <a:schemeClr val="lt1"/>
              </a:solidFill>
              <a:ln>
                <a:noFill/>
              </a:ln>
            </p:spPr>
            <p:txBody>
              <a:bodyPr spcFirstLastPara="1" wrap="square" lIns="32550" tIns="32550" rIns="32550" bIns="32550" anchor="ctr" anchorCtr="0">
                <a:noAutofit/>
              </a:bodyPr>
              <a:lstStyle/>
              <a:p>
                <a:pPr marL="0" lvl="0" indent="0" algn="ctr" rtl="0">
                  <a:spcBef>
                    <a:spcPts val="0"/>
                  </a:spcBef>
                  <a:spcAft>
                    <a:spcPts val="0"/>
                  </a:spcAft>
                  <a:buNone/>
                </a:pPr>
                <a:endParaRPr sz="498">
                  <a:latin typeface="Lato"/>
                  <a:ea typeface="Lato"/>
                  <a:cs typeface="Lato"/>
                  <a:sym typeface="Lato"/>
                </a:endParaRPr>
              </a:p>
            </p:txBody>
          </p:sp>
          <p:sp>
            <p:nvSpPr>
              <p:cNvPr id="217" name="Google Shape;217;p21"/>
              <p:cNvSpPr/>
              <p:nvPr/>
            </p:nvSpPr>
            <p:spPr>
              <a:xfrm>
                <a:off x="359226" y="75300"/>
                <a:ext cx="78000" cy="78000"/>
              </a:xfrm>
              <a:prstGeom prst="ellipse">
                <a:avLst/>
              </a:prstGeom>
              <a:solidFill>
                <a:schemeClr val="lt1"/>
              </a:solidFill>
              <a:ln>
                <a:noFill/>
              </a:ln>
            </p:spPr>
            <p:txBody>
              <a:bodyPr spcFirstLastPara="1" wrap="square" lIns="32550" tIns="32550" rIns="32550" bIns="32550" anchor="ctr" anchorCtr="0">
                <a:noAutofit/>
              </a:bodyPr>
              <a:lstStyle/>
              <a:p>
                <a:pPr marL="0" lvl="0" indent="0" algn="ctr" rtl="0">
                  <a:spcBef>
                    <a:spcPts val="0"/>
                  </a:spcBef>
                  <a:spcAft>
                    <a:spcPts val="0"/>
                  </a:spcAft>
                  <a:buNone/>
                </a:pPr>
                <a:endParaRPr sz="498">
                  <a:latin typeface="Lato"/>
                  <a:ea typeface="Lato"/>
                  <a:cs typeface="Lato"/>
                  <a:sym typeface="Lato"/>
                </a:endParaRPr>
              </a:p>
            </p:txBody>
          </p:sp>
          <p:sp>
            <p:nvSpPr>
              <p:cNvPr id="218" name="Google Shape;218;p21"/>
              <p:cNvSpPr/>
              <p:nvPr/>
            </p:nvSpPr>
            <p:spPr>
              <a:xfrm>
                <a:off x="489851" y="75300"/>
                <a:ext cx="78000" cy="78000"/>
              </a:xfrm>
              <a:prstGeom prst="ellipse">
                <a:avLst/>
              </a:prstGeom>
              <a:solidFill>
                <a:schemeClr val="lt1"/>
              </a:solidFill>
              <a:ln>
                <a:noFill/>
              </a:ln>
            </p:spPr>
            <p:txBody>
              <a:bodyPr spcFirstLastPara="1" wrap="square" lIns="32550" tIns="32550" rIns="32550" bIns="32550" anchor="ctr" anchorCtr="0">
                <a:noAutofit/>
              </a:bodyPr>
              <a:lstStyle/>
              <a:p>
                <a:pPr marL="0" lvl="0" indent="0" algn="ctr" rtl="0">
                  <a:spcBef>
                    <a:spcPts val="0"/>
                  </a:spcBef>
                  <a:spcAft>
                    <a:spcPts val="0"/>
                  </a:spcAft>
                  <a:buNone/>
                </a:pPr>
                <a:endParaRPr sz="498">
                  <a:latin typeface="Lato"/>
                  <a:ea typeface="Lato"/>
                  <a:cs typeface="Lato"/>
                  <a:sym typeface="Lato"/>
                </a:endParaRPr>
              </a:p>
            </p:txBody>
          </p:sp>
        </p:grpSp>
      </p:grpSp>
      <p:sp>
        <p:nvSpPr>
          <p:cNvPr id="219" name="Google Shape;219;p21"/>
          <p:cNvSpPr txBox="1">
            <a:spLocks noGrp="1"/>
          </p:cNvSpPr>
          <p:nvPr>
            <p:ph type="title"/>
          </p:nvPr>
        </p:nvSpPr>
        <p:spPr>
          <a:xfrm>
            <a:off x="228597" y="2513700"/>
            <a:ext cx="3550800" cy="2401200"/>
          </a:xfrm>
          <a:prstGeom prst="rect">
            <a:avLst/>
          </a:prstGeom>
        </p:spPr>
        <p:txBody>
          <a:bodyPr spcFirstLastPara="1" wrap="square" lIns="91425" tIns="91425" rIns="91425" bIns="91425" anchor="b" anchorCtr="0">
            <a:noAutofit/>
          </a:bodyPr>
          <a:lstStyle>
            <a:lvl1pPr lvl="0">
              <a:spcBef>
                <a:spcPts val="0"/>
              </a:spcBef>
              <a:spcAft>
                <a:spcPts val="0"/>
              </a:spcAft>
              <a:buSzPts val="5000"/>
              <a:buNone/>
              <a:defRPr sz="7200"/>
            </a:lvl1pPr>
            <a:lvl2pPr lvl="1">
              <a:spcBef>
                <a:spcPts val="0"/>
              </a:spcBef>
              <a:spcAft>
                <a:spcPts val="0"/>
              </a:spcAft>
              <a:buSzPts val="5000"/>
              <a:buNone/>
              <a:defRPr sz="5000"/>
            </a:lvl2pPr>
            <a:lvl3pPr lvl="2">
              <a:spcBef>
                <a:spcPts val="0"/>
              </a:spcBef>
              <a:spcAft>
                <a:spcPts val="0"/>
              </a:spcAft>
              <a:buSzPts val="5000"/>
              <a:buNone/>
              <a:defRPr sz="5000"/>
            </a:lvl3pPr>
            <a:lvl4pPr lvl="3">
              <a:spcBef>
                <a:spcPts val="0"/>
              </a:spcBef>
              <a:spcAft>
                <a:spcPts val="0"/>
              </a:spcAft>
              <a:buSzPts val="5000"/>
              <a:buNone/>
              <a:defRPr sz="5000"/>
            </a:lvl4pPr>
            <a:lvl5pPr lvl="4">
              <a:spcBef>
                <a:spcPts val="0"/>
              </a:spcBef>
              <a:spcAft>
                <a:spcPts val="0"/>
              </a:spcAft>
              <a:buSzPts val="5000"/>
              <a:buNone/>
              <a:defRPr sz="5000"/>
            </a:lvl5pPr>
            <a:lvl6pPr lvl="5">
              <a:spcBef>
                <a:spcPts val="0"/>
              </a:spcBef>
              <a:spcAft>
                <a:spcPts val="0"/>
              </a:spcAft>
              <a:buSzPts val="5000"/>
              <a:buNone/>
              <a:defRPr sz="5000"/>
            </a:lvl6pPr>
            <a:lvl7pPr lvl="6">
              <a:spcBef>
                <a:spcPts val="0"/>
              </a:spcBef>
              <a:spcAft>
                <a:spcPts val="0"/>
              </a:spcAft>
              <a:buSzPts val="5000"/>
              <a:buNone/>
              <a:defRPr sz="5000"/>
            </a:lvl7pPr>
            <a:lvl8pPr lvl="7">
              <a:spcBef>
                <a:spcPts val="0"/>
              </a:spcBef>
              <a:spcAft>
                <a:spcPts val="0"/>
              </a:spcAft>
              <a:buSzPts val="5000"/>
              <a:buNone/>
              <a:defRPr sz="5000"/>
            </a:lvl8pPr>
            <a:lvl9pPr lvl="8">
              <a:spcBef>
                <a:spcPts val="0"/>
              </a:spcBef>
              <a:spcAft>
                <a:spcPts val="0"/>
              </a:spcAft>
              <a:buSzPts val="5000"/>
              <a:buNone/>
              <a:defRPr sz="5000"/>
            </a:lvl9pPr>
          </a:lstStyle>
          <a:p>
            <a:endParaRPr/>
          </a:p>
        </p:txBody>
      </p:sp>
      <p:sp>
        <p:nvSpPr>
          <p:cNvPr id="220" name="Google Shape;220;p21"/>
          <p:cNvSpPr txBox="1">
            <a:spLocks noGrp="1"/>
          </p:cNvSpPr>
          <p:nvPr>
            <p:ph type="subTitle" idx="1"/>
          </p:nvPr>
        </p:nvSpPr>
        <p:spPr>
          <a:xfrm>
            <a:off x="4400375" y="2513700"/>
            <a:ext cx="4448100" cy="11748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21" name="Google Shape;221;p21"/>
          <p:cNvSpPr txBox="1"/>
          <p:nvPr/>
        </p:nvSpPr>
        <p:spPr>
          <a:xfrm>
            <a:off x="4400375" y="3978450"/>
            <a:ext cx="4448100" cy="492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000" b="1">
                <a:solidFill>
                  <a:schemeClr val="dk1"/>
                </a:solidFill>
                <a:latin typeface="Roboto"/>
                <a:ea typeface="Roboto"/>
                <a:cs typeface="Roboto"/>
                <a:sym typeface="Roboto"/>
              </a:rPr>
              <a:t>CREDITS:</a:t>
            </a:r>
            <a:r>
              <a:rPr lang="en" sz="1000">
                <a:solidFill>
                  <a:schemeClr val="dk1"/>
                </a:solidFill>
                <a:latin typeface="Roboto"/>
                <a:ea typeface="Roboto"/>
                <a:cs typeface="Roboto"/>
                <a:sym typeface="Roboto"/>
              </a:rPr>
              <a:t> This presentation template was created by </a:t>
            </a:r>
            <a:r>
              <a:rPr lang="en" sz="1000" b="1">
                <a:solidFill>
                  <a:schemeClr val="dk1"/>
                </a:solidFill>
                <a:uFill>
                  <a:noFill/>
                </a:uFill>
                <a:latin typeface="Roboto"/>
                <a:ea typeface="Roboto"/>
                <a:cs typeface="Roboto"/>
                <a:sym typeface="Roboto"/>
                <a:hlinkClick r:id="rId2">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a:t>
            </a:r>
            <a:r>
              <a:rPr lang="en" sz="1000">
                <a:solidFill>
                  <a:schemeClr val="dk1"/>
                </a:solidFill>
                <a:latin typeface="Roboto"/>
                <a:ea typeface="Roboto"/>
                <a:cs typeface="Roboto"/>
                <a:sym typeface="Roboto"/>
              </a:rPr>
              <a:t>, and includes icons, infographics &amp; images by </a:t>
            </a:r>
            <a:r>
              <a:rPr lang="en" sz="1000" b="1">
                <a:solidFill>
                  <a:schemeClr val="dk1"/>
                </a:solidFill>
                <a:uFill>
                  <a:noFill/>
                </a:uFill>
                <a:latin typeface="Roboto"/>
                <a:ea typeface="Roboto"/>
                <a:cs typeface="Roboto"/>
                <a:sym typeface="Roboto"/>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a:t>
            </a:r>
            <a:r>
              <a:rPr lang="en" sz="1000">
                <a:solidFill>
                  <a:schemeClr val="dk1"/>
                </a:solidFill>
                <a:latin typeface="Roboto"/>
                <a:ea typeface="Roboto"/>
                <a:cs typeface="Roboto"/>
                <a:sym typeface="Roboto"/>
              </a:rPr>
              <a:t> </a:t>
            </a:r>
            <a:endParaRPr sz="1000" b="1" u="sng">
              <a:solidFill>
                <a:schemeClr val="dk1"/>
              </a:solidFill>
              <a:latin typeface="Roboto"/>
              <a:ea typeface="Roboto"/>
              <a:cs typeface="Roboto"/>
              <a:sym typeface="Roboto"/>
            </a:endParaRPr>
          </a:p>
        </p:txBody>
      </p:sp>
    </p:spTree>
  </p:cSld>
  <p:clrMapOvr>
    <a:masterClrMapping/>
  </p:clrMapOvr>
  <p:transition spd="slow">
    <p:push dir="u"/>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222"/>
        <p:cNvGrpSpPr/>
        <p:nvPr/>
      </p:nvGrpSpPr>
      <p:grpSpPr>
        <a:xfrm>
          <a:off x="0" y="0"/>
          <a:ext cx="0" cy="0"/>
          <a:chOff x="0" y="0"/>
          <a:chExt cx="0" cy="0"/>
        </a:xfrm>
      </p:grpSpPr>
      <p:grpSp>
        <p:nvGrpSpPr>
          <p:cNvPr id="223" name="Google Shape;223;p22"/>
          <p:cNvGrpSpPr/>
          <p:nvPr/>
        </p:nvGrpSpPr>
        <p:grpSpPr>
          <a:xfrm>
            <a:off x="100" y="0"/>
            <a:ext cx="9144000" cy="228600"/>
            <a:chOff x="100" y="0"/>
            <a:chExt cx="9144000" cy="228600"/>
          </a:xfrm>
        </p:grpSpPr>
        <p:sp>
          <p:nvSpPr>
            <p:cNvPr id="224" name="Google Shape;224;p22"/>
            <p:cNvSpPr/>
            <p:nvPr/>
          </p:nvSpPr>
          <p:spPr>
            <a:xfrm>
              <a:off x="100" y="0"/>
              <a:ext cx="9144000" cy="2286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nvGrpSpPr>
            <p:cNvPr id="225" name="Google Shape;225;p22"/>
            <p:cNvGrpSpPr/>
            <p:nvPr/>
          </p:nvGrpSpPr>
          <p:grpSpPr>
            <a:xfrm>
              <a:off x="228600" y="75300"/>
              <a:ext cx="339251" cy="78000"/>
              <a:chOff x="228600" y="75300"/>
              <a:chExt cx="339251" cy="78000"/>
            </a:xfrm>
          </p:grpSpPr>
          <p:sp>
            <p:nvSpPr>
              <p:cNvPr id="226" name="Google Shape;226;p22"/>
              <p:cNvSpPr/>
              <p:nvPr/>
            </p:nvSpPr>
            <p:spPr>
              <a:xfrm>
                <a:off x="228600" y="75300"/>
                <a:ext cx="78000" cy="78000"/>
              </a:xfrm>
              <a:prstGeom prst="ellipse">
                <a:avLst/>
              </a:prstGeom>
              <a:solidFill>
                <a:schemeClr val="lt2"/>
              </a:solidFill>
              <a:ln>
                <a:noFill/>
              </a:ln>
            </p:spPr>
            <p:txBody>
              <a:bodyPr spcFirstLastPara="1" wrap="square" lIns="32550" tIns="32550" rIns="32550" bIns="32550" anchor="ctr" anchorCtr="0">
                <a:noAutofit/>
              </a:bodyPr>
              <a:lstStyle/>
              <a:p>
                <a:pPr marL="0" lvl="0" indent="0" algn="ctr" rtl="0">
                  <a:spcBef>
                    <a:spcPts val="0"/>
                  </a:spcBef>
                  <a:spcAft>
                    <a:spcPts val="0"/>
                  </a:spcAft>
                  <a:buNone/>
                </a:pPr>
                <a:endParaRPr sz="498">
                  <a:latin typeface="Lato"/>
                  <a:ea typeface="Lato"/>
                  <a:cs typeface="Lato"/>
                  <a:sym typeface="Lato"/>
                </a:endParaRPr>
              </a:p>
            </p:txBody>
          </p:sp>
          <p:sp>
            <p:nvSpPr>
              <p:cNvPr id="227" name="Google Shape;227;p22"/>
              <p:cNvSpPr/>
              <p:nvPr/>
            </p:nvSpPr>
            <p:spPr>
              <a:xfrm>
                <a:off x="359226" y="75300"/>
                <a:ext cx="78000" cy="78000"/>
              </a:xfrm>
              <a:prstGeom prst="ellipse">
                <a:avLst/>
              </a:prstGeom>
              <a:solidFill>
                <a:schemeClr val="lt2"/>
              </a:solidFill>
              <a:ln>
                <a:noFill/>
              </a:ln>
            </p:spPr>
            <p:txBody>
              <a:bodyPr spcFirstLastPara="1" wrap="square" lIns="32550" tIns="32550" rIns="32550" bIns="32550" anchor="ctr" anchorCtr="0">
                <a:noAutofit/>
              </a:bodyPr>
              <a:lstStyle/>
              <a:p>
                <a:pPr marL="0" lvl="0" indent="0" algn="ctr" rtl="0">
                  <a:spcBef>
                    <a:spcPts val="0"/>
                  </a:spcBef>
                  <a:spcAft>
                    <a:spcPts val="0"/>
                  </a:spcAft>
                  <a:buNone/>
                </a:pPr>
                <a:endParaRPr sz="498">
                  <a:latin typeface="Lato"/>
                  <a:ea typeface="Lato"/>
                  <a:cs typeface="Lato"/>
                  <a:sym typeface="Lato"/>
                </a:endParaRPr>
              </a:p>
            </p:txBody>
          </p:sp>
          <p:sp>
            <p:nvSpPr>
              <p:cNvPr id="228" name="Google Shape;228;p22"/>
              <p:cNvSpPr/>
              <p:nvPr/>
            </p:nvSpPr>
            <p:spPr>
              <a:xfrm>
                <a:off x="489851" y="75300"/>
                <a:ext cx="78000" cy="78000"/>
              </a:xfrm>
              <a:prstGeom prst="ellipse">
                <a:avLst/>
              </a:prstGeom>
              <a:solidFill>
                <a:schemeClr val="lt2"/>
              </a:solidFill>
              <a:ln>
                <a:noFill/>
              </a:ln>
            </p:spPr>
            <p:txBody>
              <a:bodyPr spcFirstLastPara="1" wrap="square" lIns="32550" tIns="32550" rIns="32550" bIns="32550" anchor="ctr" anchorCtr="0">
                <a:noAutofit/>
              </a:bodyPr>
              <a:lstStyle/>
              <a:p>
                <a:pPr marL="0" lvl="0" indent="0" algn="ctr" rtl="0">
                  <a:spcBef>
                    <a:spcPts val="0"/>
                  </a:spcBef>
                  <a:spcAft>
                    <a:spcPts val="0"/>
                  </a:spcAft>
                  <a:buNone/>
                </a:pPr>
                <a:endParaRPr sz="498">
                  <a:latin typeface="Lato"/>
                  <a:ea typeface="Lato"/>
                  <a:cs typeface="Lato"/>
                  <a:sym typeface="Lato"/>
                </a:endParaRPr>
              </a:p>
            </p:txBody>
          </p:sp>
        </p:grpSp>
      </p:grpSp>
    </p:spTree>
  </p:cSld>
  <p:clrMapOvr>
    <a:masterClrMapping/>
  </p:clrMapOvr>
  <p:transition spd="slow">
    <p:push dir="u"/>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229"/>
        <p:cNvGrpSpPr/>
        <p:nvPr/>
      </p:nvGrpSpPr>
      <p:grpSpPr>
        <a:xfrm>
          <a:off x="0" y="0"/>
          <a:ext cx="0" cy="0"/>
          <a:chOff x="0" y="0"/>
          <a:chExt cx="0" cy="0"/>
        </a:xfrm>
      </p:grpSpPr>
      <p:grpSp>
        <p:nvGrpSpPr>
          <p:cNvPr id="230" name="Google Shape;230;p23"/>
          <p:cNvGrpSpPr/>
          <p:nvPr/>
        </p:nvGrpSpPr>
        <p:grpSpPr>
          <a:xfrm>
            <a:off x="100" y="0"/>
            <a:ext cx="9144000" cy="228600"/>
            <a:chOff x="100" y="0"/>
            <a:chExt cx="9144000" cy="228600"/>
          </a:xfrm>
        </p:grpSpPr>
        <p:sp>
          <p:nvSpPr>
            <p:cNvPr id="231" name="Google Shape;231;p23"/>
            <p:cNvSpPr/>
            <p:nvPr/>
          </p:nvSpPr>
          <p:spPr>
            <a:xfrm>
              <a:off x="100" y="0"/>
              <a:ext cx="9144000" cy="228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nvGrpSpPr>
            <p:cNvPr id="232" name="Google Shape;232;p23"/>
            <p:cNvGrpSpPr/>
            <p:nvPr/>
          </p:nvGrpSpPr>
          <p:grpSpPr>
            <a:xfrm>
              <a:off x="228600" y="75300"/>
              <a:ext cx="339251" cy="78000"/>
              <a:chOff x="228600" y="75300"/>
              <a:chExt cx="339251" cy="78000"/>
            </a:xfrm>
          </p:grpSpPr>
          <p:sp>
            <p:nvSpPr>
              <p:cNvPr id="233" name="Google Shape;233;p23"/>
              <p:cNvSpPr/>
              <p:nvPr/>
            </p:nvSpPr>
            <p:spPr>
              <a:xfrm>
                <a:off x="228600" y="75300"/>
                <a:ext cx="78000" cy="78000"/>
              </a:xfrm>
              <a:prstGeom prst="ellipse">
                <a:avLst/>
              </a:prstGeom>
              <a:solidFill>
                <a:schemeClr val="lt1"/>
              </a:solidFill>
              <a:ln>
                <a:noFill/>
              </a:ln>
            </p:spPr>
            <p:txBody>
              <a:bodyPr spcFirstLastPara="1" wrap="square" lIns="32550" tIns="32550" rIns="32550" bIns="32550" anchor="ctr" anchorCtr="0">
                <a:noAutofit/>
              </a:bodyPr>
              <a:lstStyle/>
              <a:p>
                <a:pPr marL="0" lvl="0" indent="0" algn="ctr" rtl="0">
                  <a:spcBef>
                    <a:spcPts val="0"/>
                  </a:spcBef>
                  <a:spcAft>
                    <a:spcPts val="0"/>
                  </a:spcAft>
                  <a:buNone/>
                </a:pPr>
                <a:endParaRPr sz="498">
                  <a:latin typeface="Lato"/>
                  <a:ea typeface="Lato"/>
                  <a:cs typeface="Lato"/>
                  <a:sym typeface="Lato"/>
                </a:endParaRPr>
              </a:p>
            </p:txBody>
          </p:sp>
          <p:sp>
            <p:nvSpPr>
              <p:cNvPr id="234" name="Google Shape;234;p23"/>
              <p:cNvSpPr/>
              <p:nvPr/>
            </p:nvSpPr>
            <p:spPr>
              <a:xfrm>
                <a:off x="359226" y="75300"/>
                <a:ext cx="78000" cy="78000"/>
              </a:xfrm>
              <a:prstGeom prst="ellipse">
                <a:avLst/>
              </a:prstGeom>
              <a:solidFill>
                <a:schemeClr val="lt1"/>
              </a:solidFill>
              <a:ln>
                <a:noFill/>
              </a:ln>
            </p:spPr>
            <p:txBody>
              <a:bodyPr spcFirstLastPara="1" wrap="square" lIns="32550" tIns="32550" rIns="32550" bIns="32550" anchor="ctr" anchorCtr="0">
                <a:noAutofit/>
              </a:bodyPr>
              <a:lstStyle/>
              <a:p>
                <a:pPr marL="0" lvl="0" indent="0" algn="ctr" rtl="0">
                  <a:spcBef>
                    <a:spcPts val="0"/>
                  </a:spcBef>
                  <a:spcAft>
                    <a:spcPts val="0"/>
                  </a:spcAft>
                  <a:buNone/>
                </a:pPr>
                <a:endParaRPr sz="498">
                  <a:latin typeface="Lato"/>
                  <a:ea typeface="Lato"/>
                  <a:cs typeface="Lato"/>
                  <a:sym typeface="Lato"/>
                </a:endParaRPr>
              </a:p>
            </p:txBody>
          </p:sp>
          <p:sp>
            <p:nvSpPr>
              <p:cNvPr id="235" name="Google Shape;235;p23"/>
              <p:cNvSpPr/>
              <p:nvPr/>
            </p:nvSpPr>
            <p:spPr>
              <a:xfrm>
                <a:off x="489851" y="75300"/>
                <a:ext cx="78000" cy="78000"/>
              </a:xfrm>
              <a:prstGeom prst="ellipse">
                <a:avLst/>
              </a:prstGeom>
              <a:solidFill>
                <a:schemeClr val="lt1"/>
              </a:solidFill>
              <a:ln>
                <a:noFill/>
              </a:ln>
            </p:spPr>
            <p:txBody>
              <a:bodyPr spcFirstLastPara="1" wrap="square" lIns="32550" tIns="32550" rIns="32550" bIns="32550" anchor="ctr" anchorCtr="0">
                <a:noAutofit/>
              </a:bodyPr>
              <a:lstStyle/>
              <a:p>
                <a:pPr marL="0" lvl="0" indent="0" algn="ctr" rtl="0">
                  <a:spcBef>
                    <a:spcPts val="0"/>
                  </a:spcBef>
                  <a:spcAft>
                    <a:spcPts val="0"/>
                  </a:spcAft>
                  <a:buNone/>
                </a:pPr>
                <a:endParaRPr sz="498">
                  <a:latin typeface="Lato"/>
                  <a:ea typeface="Lato"/>
                  <a:cs typeface="Lato"/>
                  <a:sym typeface="Lato"/>
                </a:endParaRPr>
              </a:p>
            </p:txBody>
          </p:sp>
        </p:grpSp>
      </p:grpSp>
    </p:spTree>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600"/>
              <a:buFont typeface="Space Grotesk"/>
              <a:buNone/>
              <a:defRPr sz="2600" b="1">
                <a:solidFill>
                  <a:schemeClr val="dk1"/>
                </a:solidFill>
                <a:latin typeface="Space Grotesk"/>
                <a:ea typeface="Space Grotesk"/>
                <a:cs typeface="Space Grotesk"/>
                <a:sym typeface="Space Grotesk"/>
              </a:defRPr>
            </a:lvl1pPr>
            <a:lvl2pPr lvl="1">
              <a:spcBef>
                <a:spcPts val="0"/>
              </a:spcBef>
              <a:spcAft>
                <a:spcPts val="0"/>
              </a:spcAft>
              <a:buClr>
                <a:schemeClr val="dk1"/>
              </a:buClr>
              <a:buSzPts val="2600"/>
              <a:buFont typeface="Space Grotesk"/>
              <a:buNone/>
              <a:defRPr sz="2600" b="1">
                <a:solidFill>
                  <a:schemeClr val="dk1"/>
                </a:solidFill>
                <a:latin typeface="Space Grotesk"/>
                <a:ea typeface="Space Grotesk"/>
                <a:cs typeface="Space Grotesk"/>
                <a:sym typeface="Space Grotesk"/>
              </a:defRPr>
            </a:lvl2pPr>
            <a:lvl3pPr lvl="2">
              <a:spcBef>
                <a:spcPts val="0"/>
              </a:spcBef>
              <a:spcAft>
                <a:spcPts val="0"/>
              </a:spcAft>
              <a:buClr>
                <a:schemeClr val="dk1"/>
              </a:buClr>
              <a:buSzPts val="2600"/>
              <a:buFont typeface="Space Grotesk"/>
              <a:buNone/>
              <a:defRPr sz="2600" b="1">
                <a:solidFill>
                  <a:schemeClr val="dk1"/>
                </a:solidFill>
                <a:latin typeface="Space Grotesk"/>
                <a:ea typeface="Space Grotesk"/>
                <a:cs typeface="Space Grotesk"/>
                <a:sym typeface="Space Grotesk"/>
              </a:defRPr>
            </a:lvl3pPr>
            <a:lvl4pPr lvl="3">
              <a:spcBef>
                <a:spcPts val="0"/>
              </a:spcBef>
              <a:spcAft>
                <a:spcPts val="0"/>
              </a:spcAft>
              <a:buClr>
                <a:schemeClr val="dk1"/>
              </a:buClr>
              <a:buSzPts val="2600"/>
              <a:buFont typeface="Space Grotesk"/>
              <a:buNone/>
              <a:defRPr sz="2600" b="1">
                <a:solidFill>
                  <a:schemeClr val="dk1"/>
                </a:solidFill>
                <a:latin typeface="Space Grotesk"/>
                <a:ea typeface="Space Grotesk"/>
                <a:cs typeface="Space Grotesk"/>
                <a:sym typeface="Space Grotesk"/>
              </a:defRPr>
            </a:lvl4pPr>
            <a:lvl5pPr lvl="4">
              <a:spcBef>
                <a:spcPts val="0"/>
              </a:spcBef>
              <a:spcAft>
                <a:spcPts val="0"/>
              </a:spcAft>
              <a:buClr>
                <a:schemeClr val="dk1"/>
              </a:buClr>
              <a:buSzPts val="2600"/>
              <a:buFont typeface="Space Grotesk"/>
              <a:buNone/>
              <a:defRPr sz="2600" b="1">
                <a:solidFill>
                  <a:schemeClr val="dk1"/>
                </a:solidFill>
                <a:latin typeface="Space Grotesk"/>
                <a:ea typeface="Space Grotesk"/>
                <a:cs typeface="Space Grotesk"/>
                <a:sym typeface="Space Grotesk"/>
              </a:defRPr>
            </a:lvl5pPr>
            <a:lvl6pPr lvl="5">
              <a:spcBef>
                <a:spcPts val="0"/>
              </a:spcBef>
              <a:spcAft>
                <a:spcPts val="0"/>
              </a:spcAft>
              <a:buClr>
                <a:schemeClr val="dk1"/>
              </a:buClr>
              <a:buSzPts val="2600"/>
              <a:buFont typeface="Space Grotesk"/>
              <a:buNone/>
              <a:defRPr sz="2600" b="1">
                <a:solidFill>
                  <a:schemeClr val="dk1"/>
                </a:solidFill>
                <a:latin typeface="Space Grotesk"/>
                <a:ea typeface="Space Grotesk"/>
                <a:cs typeface="Space Grotesk"/>
                <a:sym typeface="Space Grotesk"/>
              </a:defRPr>
            </a:lvl6pPr>
            <a:lvl7pPr lvl="6">
              <a:spcBef>
                <a:spcPts val="0"/>
              </a:spcBef>
              <a:spcAft>
                <a:spcPts val="0"/>
              </a:spcAft>
              <a:buClr>
                <a:schemeClr val="dk1"/>
              </a:buClr>
              <a:buSzPts val="2600"/>
              <a:buFont typeface="Space Grotesk"/>
              <a:buNone/>
              <a:defRPr sz="2600" b="1">
                <a:solidFill>
                  <a:schemeClr val="dk1"/>
                </a:solidFill>
                <a:latin typeface="Space Grotesk"/>
                <a:ea typeface="Space Grotesk"/>
                <a:cs typeface="Space Grotesk"/>
                <a:sym typeface="Space Grotesk"/>
              </a:defRPr>
            </a:lvl7pPr>
            <a:lvl8pPr lvl="7">
              <a:spcBef>
                <a:spcPts val="0"/>
              </a:spcBef>
              <a:spcAft>
                <a:spcPts val="0"/>
              </a:spcAft>
              <a:buClr>
                <a:schemeClr val="dk1"/>
              </a:buClr>
              <a:buSzPts val="2600"/>
              <a:buFont typeface="Space Grotesk"/>
              <a:buNone/>
              <a:defRPr sz="2600" b="1">
                <a:solidFill>
                  <a:schemeClr val="dk1"/>
                </a:solidFill>
                <a:latin typeface="Space Grotesk"/>
                <a:ea typeface="Space Grotesk"/>
                <a:cs typeface="Space Grotesk"/>
                <a:sym typeface="Space Grotesk"/>
              </a:defRPr>
            </a:lvl8pPr>
            <a:lvl9pPr lvl="8">
              <a:spcBef>
                <a:spcPts val="0"/>
              </a:spcBef>
              <a:spcAft>
                <a:spcPts val="0"/>
              </a:spcAft>
              <a:buClr>
                <a:schemeClr val="dk1"/>
              </a:buClr>
              <a:buSzPts val="2600"/>
              <a:buFont typeface="Space Grotesk"/>
              <a:buNone/>
              <a:defRPr sz="2600" b="1">
                <a:solidFill>
                  <a:schemeClr val="dk1"/>
                </a:solidFill>
                <a:latin typeface="Space Grotesk"/>
                <a:ea typeface="Space Grotesk"/>
                <a:cs typeface="Space Grotesk"/>
                <a:sym typeface="Space Grotesk"/>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1pPr>
            <a:lvl2pPr marL="914400" lvl="1"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marL="1371600" lvl="2"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marL="1828800" lvl="3"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marL="2286000" lvl="4"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marL="2743200" lvl="5"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marL="3200400" lvl="6"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marL="3657600" lvl="7"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marL="4114800" lvl="8"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transition spd="slow">
    <p:push dir="u"/>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39"/>
        <p:cNvGrpSpPr/>
        <p:nvPr/>
      </p:nvGrpSpPr>
      <p:grpSpPr>
        <a:xfrm>
          <a:off x="0" y="0"/>
          <a:ext cx="0" cy="0"/>
          <a:chOff x="0" y="0"/>
          <a:chExt cx="0" cy="0"/>
        </a:xfrm>
      </p:grpSpPr>
      <p:sp>
        <p:nvSpPr>
          <p:cNvPr id="240" name="Google Shape;240;p24"/>
          <p:cNvSpPr txBox="1">
            <a:spLocks noGrp="1"/>
          </p:cNvSpPr>
          <p:nvPr>
            <p:ph type="subTitle" idx="1"/>
          </p:nvPr>
        </p:nvSpPr>
        <p:spPr>
          <a:xfrm>
            <a:off x="228600" y="4483800"/>
            <a:ext cx="3789000" cy="43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Đào Duy Hiếu Anh - B25DCTV005</a:t>
            </a:r>
            <a:endParaRPr/>
          </a:p>
        </p:txBody>
      </p:sp>
      <p:sp>
        <p:nvSpPr>
          <p:cNvPr id="241" name="Google Shape;241;p24"/>
          <p:cNvSpPr txBox="1">
            <a:spLocks noGrp="1"/>
          </p:cNvSpPr>
          <p:nvPr>
            <p:ph type="ctrTitle"/>
          </p:nvPr>
        </p:nvSpPr>
        <p:spPr>
          <a:xfrm>
            <a:off x="228600" y="1854000"/>
            <a:ext cx="5257800" cy="2401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endParaRPr/>
          </a:p>
          <a:p>
            <a:pPr marL="0" lvl="0" indent="0" algn="l" rtl="0">
              <a:spcBef>
                <a:spcPts val="0"/>
              </a:spcBef>
              <a:spcAft>
                <a:spcPts val="0"/>
              </a:spcAft>
              <a:buNone/>
            </a:pPr>
            <a:r>
              <a:rPr lang="en">
                <a:solidFill>
                  <a:schemeClr val="lt1"/>
                </a:solidFill>
              </a:rPr>
              <a:t>Nội dung tìm hiểu tuần 2</a:t>
            </a:r>
            <a:endParaRPr>
              <a:solidFill>
                <a:schemeClr val="lt1"/>
              </a:solidFill>
            </a:endParaRPr>
          </a:p>
        </p:txBody>
      </p:sp>
      <p:cxnSp>
        <p:nvCxnSpPr>
          <p:cNvPr id="242" name="Google Shape;242;p24"/>
          <p:cNvCxnSpPr/>
          <p:nvPr/>
        </p:nvCxnSpPr>
        <p:spPr>
          <a:xfrm>
            <a:off x="0" y="457200"/>
            <a:ext cx="9144000" cy="0"/>
          </a:xfrm>
          <a:prstGeom prst="straightConnector1">
            <a:avLst/>
          </a:prstGeom>
          <a:noFill/>
          <a:ln w="9525" cap="flat" cmpd="sng">
            <a:solidFill>
              <a:schemeClr val="dk1"/>
            </a:solidFill>
            <a:prstDash val="solid"/>
            <a:round/>
            <a:headEnd type="none" w="med" len="med"/>
            <a:tailEnd type="none" w="med" len="med"/>
          </a:ln>
        </p:spPr>
      </p:cxnSp>
      <p:pic>
        <p:nvPicPr>
          <p:cNvPr id="243" name="Google Shape;243;p24" title="woman-with-glowing-blue-face.jpg"/>
          <p:cNvPicPr preferRelativeResize="0">
            <a:picLocks noGrp="1"/>
          </p:cNvPicPr>
          <p:nvPr>
            <p:ph type="pic" idx="2"/>
          </p:nvPr>
        </p:nvPicPr>
        <p:blipFill rotWithShape="1">
          <a:blip r:embed="rId3">
            <a:alphaModFix/>
          </a:blip>
          <a:srcRect l="1863" r="10247" b="3530"/>
          <a:stretch/>
        </p:blipFill>
        <p:spPr>
          <a:xfrm>
            <a:off x="6078950" y="225225"/>
            <a:ext cx="3065045" cy="4918277"/>
          </a:xfrm>
          <a:prstGeom prst="rect">
            <a:avLst/>
          </a:prstGeom>
        </p:spPr>
      </p:pic>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47"/>
        <p:cNvGrpSpPr/>
        <p:nvPr/>
      </p:nvGrpSpPr>
      <p:grpSpPr>
        <a:xfrm>
          <a:off x="0" y="0"/>
          <a:ext cx="0" cy="0"/>
          <a:chOff x="0" y="0"/>
          <a:chExt cx="0" cy="0"/>
        </a:xfrm>
      </p:grpSpPr>
      <p:sp>
        <p:nvSpPr>
          <p:cNvPr id="248" name="Google Shape;248;p25"/>
          <p:cNvSpPr txBox="1">
            <a:spLocks noGrp="1"/>
          </p:cNvSpPr>
          <p:nvPr>
            <p:ph type="title"/>
          </p:nvPr>
        </p:nvSpPr>
        <p:spPr>
          <a:xfrm>
            <a:off x="164975" y="4293925"/>
            <a:ext cx="86868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lt1"/>
                </a:solidFill>
              </a:rPr>
              <a:t>Tổng hợp nội dung:</a:t>
            </a:r>
            <a:endParaRPr b="0">
              <a:solidFill>
                <a:schemeClr val="lt1"/>
              </a:solidFill>
            </a:endParaRPr>
          </a:p>
        </p:txBody>
      </p:sp>
      <p:sp>
        <p:nvSpPr>
          <p:cNvPr id="249" name="Google Shape;249;p25"/>
          <p:cNvSpPr txBox="1">
            <a:spLocks noGrp="1"/>
          </p:cNvSpPr>
          <p:nvPr>
            <p:ph type="subTitle" idx="1"/>
          </p:nvPr>
        </p:nvSpPr>
        <p:spPr>
          <a:xfrm>
            <a:off x="5601989" y="740322"/>
            <a:ext cx="2721900" cy="536700"/>
          </a:xfrm>
          <a:prstGeom prst="rect">
            <a:avLst/>
          </a:prstGeom>
        </p:spPr>
        <p:txBody>
          <a:bodyPr spcFirstLastPara="1" wrap="square" lIns="113275" tIns="113275" rIns="113275" bIns="113275" anchor="ctr" anchorCtr="0">
            <a:noAutofit/>
          </a:bodyPr>
          <a:lstStyle/>
          <a:p>
            <a:pPr marL="0" lvl="0" indent="0" algn="r" rtl="0">
              <a:spcBef>
                <a:spcPts val="0"/>
              </a:spcBef>
              <a:spcAft>
                <a:spcPts val="0"/>
              </a:spcAft>
              <a:buClr>
                <a:schemeClr val="dk1"/>
              </a:buClr>
              <a:buSzPts val="1363"/>
              <a:buFont typeface="Arial"/>
              <a:buNone/>
            </a:pPr>
            <a:r>
              <a:rPr lang="en" sz="1982">
                <a:solidFill>
                  <a:schemeClr val="lt1"/>
                </a:solidFill>
              </a:rPr>
              <a:t>Supervised Learning</a:t>
            </a:r>
            <a:endParaRPr sz="1982">
              <a:solidFill>
                <a:schemeClr val="lt1"/>
              </a:solidFill>
            </a:endParaRPr>
          </a:p>
        </p:txBody>
      </p:sp>
      <p:sp>
        <p:nvSpPr>
          <p:cNvPr id="250" name="Google Shape;250;p25"/>
          <p:cNvSpPr txBox="1">
            <a:spLocks noGrp="1"/>
          </p:cNvSpPr>
          <p:nvPr>
            <p:ph type="subTitle" idx="2"/>
          </p:nvPr>
        </p:nvSpPr>
        <p:spPr>
          <a:xfrm>
            <a:off x="4526540" y="1571391"/>
            <a:ext cx="3792600" cy="536700"/>
          </a:xfrm>
          <a:prstGeom prst="rect">
            <a:avLst/>
          </a:prstGeom>
        </p:spPr>
        <p:txBody>
          <a:bodyPr spcFirstLastPara="1" wrap="square" lIns="113275" tIns="113275" rIns="113275" bIns="113275" anchor="ctr" anchorCtr="0">
            <a:noAutofit/>
          </a:bodyPr>
          <a:lstStyle/>
          <a:p>
            <a:pPr marL="0" lvl="0" indent="0" algn="r" rtl="0">
              <a:spcBef>
                <a:spcPts val="0"/>
              </a:spcBef>
              <a:spcAft>
                <a:spcPts val="0"/>
              </a:spcAft>
              <a:buClr>
                <a:schemeClr val="dk1"/>
              </a:buClr>
              <a:buSzPts val="1363"/>
              <a:buFont typeface="Arial"/>
              <a:buNone/>
            </a:pPr>
            <a:r>
              <a:rPr lang="en" sz="1982">
                <a:solidFill>
                  <a:schemeClr val="lt1"/>
                </a:solidFill>
              </a:rPr>
              <a:t>Classification - Regression</a:t>
            </a:r>
            <a:endParaRPr sz="1982">
              <a:solidFill>
                <a:schemeClr val="lt1"/>
              </a:solidFill>
            </a:endParaRPr>
          </a:p>
        </p:txBody>
      </p:sp>
      <p:sp>
        <p:nvSpPr>
          <p:cNvPr id="251" name="Google Shape;251;p25"/>
          <p:cNvSpPr txBox="1">
            <a:spLocks noGrp="1"/>
          </p:cNvSpPr>
          <p:nvPr>
            <p:ph type="subTitle" idx="3"/>
          </p:nvPr>
        </p:nvSpPr>
        <p:spPr>
          <a:xfrm>
            <a:off x="3309510" y="3233527"/>
            <a:ext cx="4858800" cy="536700"/>
          </a:xfrm>
          <a:prstGeom prst="rect">
            <a:avLst/>
          </a:prstGeom>
        </p:spPr>
        <p:txBody>
          <a:bodyPr spcFirstLastPara="1" wrap="square" lIns="113275" tIns="113275" rIns="113275" bIns="113275" anchor="ctr" anchorCtr="0">
            <a:noAutofit/>
          </a:bodyPr>
          <a:lstStyle/>
          <a:p>
            <a:pPr marL="0" lvl="0" indent="0" algn="r" rtl="0">
              <a:spcBef>
                <a:spcPts val="0"/>
              </a:spcBef>
              <a:spcAft>
                <a:spcPts val="0"/>
              </a:spcAft>
              <a:buClr>
                <a:schemeClr val="dk1"/>
              </a:buClr>
              <a:buSzPts val="1363"/>
              <a:buFont typeface="Arial"/>
              <a:buNone/>
            </a:pPr>
            <a:r>
              <a:rPr lang="en" sz="1982">
                <a:solidFill>
                  <a:schemeClr val="lt1"/>
                </a:solidFill>
              </a:rPr>
              <a:t>Clustering - Dimensionality Reduction</a:t>
            </a:r>
            <a:endParaRPr sz="1982">
              <a:solidFill>
                <a:schemeClr val="lt1"/>
              </a:solidFill>
            </a:endParaRPr>
          </a:p>
        </p:txBody>
      </p:sp>
      <p:sp>
        <p:nvSpPr>
          <p:cNvPr id="252" name="Google Shape;252;p25"/>
          <p:cNvSpPr txBox="1">
            <a:spLocks noGrp="1"/>
          </p:cNvSpPr>
          <p:nvPr>
            <p:ph type="subTitle" idx="6"/>
          </p:nvPr>
        </p:nvSpPr>
        <p:spPr>
          <a:xfrm>
            <a:off x="5168352" y="2402459"/>
            <a:ext cx="3151200" cy="536700"/>
          </a:xfrm>
          <a:prstGeom prst="rect">
            <a:avLst/>
          </a:prstGeom>
        </p:spPr>
        <p:txBody>
          <a:bodyPr spcFirstLastPara="1" wrap="square" lIns="113275" tIns="113275" rIns="113275" bIns="113275" anchor="ctr" anchorCtr="0">
            <a:noAutofit/>
          </a:bodyPr>
          <a:lstStyle/>
          <a:p>
            <a:pPr marL="0" lvl="0" indent="0" algn="r" rtl="0">
              <a:spcBef>
                <a:spcPts val="0"/>
              </a:spcBef>
              <a:spcAft>
                <a:spcPts val="0"/>
              </a:spcAft>
              <a:buClr>
                <a:schemeClr val="dk1"/>
              </a:buClr>
              <a:buSzPts val="1363"/>
              <a:buFont typeface="Arial"/>
              <a:buNone/>
            </a:pPr>
            <a:r>
              <a:rPr lang="en" sz="1982">
                <a:solidFill>
                  <a:schemeClr val="lt1"/>
                </a:solidFill>
              </a:rPr>
              <a:t>Unsupervised Learning</a:t>
            </a:r>
            <a:endParaRPr sz="1982">
              <a:solidFill>
                <a:schemeClr val="lt1"/>
              </a:solidFill>
            </a:endParaRPr>
          </a:p>
        </p:txBody>
      </p:sp>
      <p:sp>
        <p:nvSpPr>
          <p:cNvPr id="253" name="Google Shape;253;p25"/>
          <p:cNvSpPr txBox="1">
            <a:spLocks noGrp="1"/>
          </p:cNvSpPr>
          <p:nvPr>
            <p:ph type="title" idx="8"/>
          </p:nvPr>
        </p:nvSpPr>
        <p:spPr>
          <a:xfrm>
            <a:off x="8481321" y="3268599"/>
            <a:ext cx="561300" cy="516300"/>
          </a:xfrm>
          <a:prstGeom prst="rect">
            <a:avLst/>
          </a:prstGeom>
          <a:solidFill>
            <a:schemeClr val="lt1"/>
          </a:solidFill>
        </p:spPr>
        <p:txBody>
          <a:bodyPr spcFirstLastPara="1" wrap="square" lIns="113275" tIns="113275" rIns="113275" bIns="113275" anchor="ctr" anchorCtr="0">
            <a:noAutofit/>
          </a:bodyPr>
          <a:lstStyle/>
          <a:p>
            <a:pPr marL="0" lvl="0" indent="0" algn="ctr" rtl="0">
              <a:spcBef>
                <a:spcPts val="0"/>
              </a:spcBef>
              <a:spcAft>
                <a:spcPts val="0"/>
              </a:spcAft>
              <a:buNone/>
            </a:pPr>
            <a:r>
              <a:rPr lang="en" sz="1982">
                <a:solidFill>
                  <a:schemeClr val="dk1"/>
                </a:solidFill>
              </a:rPr>
              <a:t>04</a:t>
            </a:r>
            <a:endParaRPr sz="1982">
              <a:solidFill>
                <a:schemeClr val="dk1"/>
              </a:solidFill>
            </a:endParaRPr>
          </a:p>
        </p:txBody>
      </p:sp>
      <p:sp>
        <p:nvSpPr>
          <p:cNvPr id="254" name="Google Shape;254;p25"/>
          <p:cNvSpPr txBox="1">
            <a:spLocks noGrp="1"/>
          </p:cNvSpPr>
          <p:nvPr>
            <p:ph type="title" idx="9"/>
          </p:nvPr>
        </p:nvSpPr>
        <p:spPr>
          <a:xfrm>
            <a:off x="8481321" y="1579229"/>
            <a:ext cx="561300" cy="516300"/>
          </a:xfrm>
          <a:prstGeom prst="rect">
            <a:avLst/>
          </a:prstGeom>
          <a:solidFill>
            <a:schemeClr val="lt1"/>
          </a:solidFill>
        </p:spPr>
        <p:txBody>
          <a:bodyPr spcFirstLastPara="1" wrap="square" lIns="113275" tIns="113275" rIns="113275" bIns="113275" anchor="ctr" anchorCtr="0">
            <a:noAutofit/>
          </a:bodyPr>
          <a:lstStyle/>
          <a:p>
            <a:pPr marL="0" lvl="0" indent="0" algn="ctr" rtl="0">
              <a:spcBef>
                <a:spcPts val="0"/>
              </a:spcBef>
              <a:spcAft>
                <a:spcPts val="0"/>
              </a:spcAft>
              <a:buNone/>
            </a:pPr>
            <a:r>
              <a:rPr lang="en" sz="1982">
                <a:solidFill>
                  <a:schemeClr val="dk1"/>
                </a:solidFill>
              </a:rPr>
              <a:t>02</a:t>
            </a:r>
            <a:endParaRPr sz="1982">
              <a:solidFill>
                <a:schemeClr val="dk1"/>
              </a:solidFill>
            </a:endParaRPr>
          </a:p>
        </p:txBody>
      </p:sp>
      <p:sp>
        <p:nvSpPr>
          <p:cNvPr id="255" name="Google Shape;255;p25"/>
          <p:cNvSpPr txBox="1">
            <a:spLocks noGrp="1"/>
          </p:cNvSpPr>
          <p:nvPr>
            <p:ph type="title" idx="15"/>
          </p:nvPr>
        </p:nvSpPr>
        <p:spPr>
          <a:xfrm>
            <a:off x="8481321" y="757563"/>
            <a:ext cx="561300" cy="516000"/>
          </a:xfrm>
          <a:prstGeom prst="rect">
            <a:avLst/>
          </a:prstGeom>
          <a:solidFill>
            <a:schemeClr val="lt1"/>
          </a:solidFill>
        </p:spPr>
        <p:txBody>
          <a:bodyPr spcFirstLastPara="1" wrap="square" lIns="113275" tIns="113275" rIns="113275" bIns="113275" anchor="ctr" anchorCtr="0">
            <a:noAutofit/>
          </a:bodyPr>
          <a:lstStyle/>
          <a:p>
            <a:pPr marL="0" lvl="0" indent="0" algn="ctr" rtl="0">
              <a:spcBef>
                <a:spcPts val="0"/>
              </a:spcBef>
              <a:spcAft>
                <a:spcPts val="0"/>
              </a:spcAft>
              <a:buNone/>
            </a:pPr>
            <a:r>
              <a:rPr lang="en" sz="1982">
                <a:solidFill>
                  <a:schemeClr val="dk1"/>
                </a:solidFill>
              </a:rPr>
              <a:t>01</a:t>
            </a:r>
            <a:endParaRPr sz="1982">
              <a:solidFill>
                <a:schemeClr val="dk1"/>
              </a:solidFill>
            </a:endParaRPr>
          </a:p>
        </p:txBody>
      </p:sp>
      <p:sp>
        <p:nvSpPr>
          <p:cNvPr id="256" name="Google Shape;256;p25"/>
          <p:cNvSpPr txBox="1">
            <a:spLocks noGrp="1"/>
          </p:cNvSpPr>
          <p:nvPr>
            <p:ph type="title" idx="16"/>
          </p:nvPr>
        </p:nvSpPr>
        <p:spPr>
          <a:xfrm>
            <a:off x="8481321" y="2435174"/>
            <a:ext cx="561300" cy="516300"/>
          </a:xfrm>
          <a:prstGeom prst="rect">
            <a:avLst/>
          </a:prstGeom>
          <a:solidFill>
            <a:schemeClr val="lt1"/>
          </a:solidFill>
        </p:spPr>
        <p:txBody>
          <a:bodyPr spcFirstLastPara="1" wrap="square" lIns="113275" tIns="113275" rIns="113275" bIns="113275" anchor="ctr" anchorCtr="0">
            <a:noAutofit/>
          </a:bodyPr>
          <a:lstStyle/>
          <a:p>
            <a:pPr marL="0" lvl="0" indent="0" algn="ctr" rtl="0">
              <a:spcBef>
                <a:spcPts val="0"/>
              </a:spcBef>
              <a:spcAft>
                <a:spcPts val="0"/>
              </a:spcAft>
              <a:buNone/>
            </a:pPr>
            <a:r>
              <a:rPr lang="en" sz="1982">
                <a:solidFill>
                  <a:schemeClr val="dk1"/>
                </a:solidFill>
              </a:rPr>
              <a:t>03</a:t>
            </a:r>
            <a:endParaRPr sz="1982">
              <a:solidFill>
                <a:schemeClr val="dk1"/>
              </a:solidFill>
            </a:endParaRPr>
          </a:p>
        </p:txBody>
      </p:sp>
      <p:cxnSp>
        <p:nvCxnSpPr>
          <p:cNvPr id="257" name="Google Shape;257;p25"/>
          <p:cNvCxnSpPr/>
          <p:nvPr/>
        </p:nvCxnSpPr>
        <p:spPr>
          <a:xfrm>
            <a:off x="0" y="4914900"/>
            <a:ext cx="9144000" cy="0"/>
          </a:xfrm>
          <a:prstGeom prst="straightConnector1">
            <a:avLst/>
          </a:prstGeom>
          <a:noFill/>
          <a:ln w="9525" cap="flat" cmpd="sng">
            <a:solidFill>
              <a:schemeClr val="dk1"/>
            </a:solidFill>
            <a:prstDash val="solid"/>
            <a:round/>
            <a:headEnd type="none" w="med" len="med"/>
            <a:tailEnd type="none" w="med" len="med"/>
          </a:ln>
        </p:spPr>
      </p:cxnSp>
      <p:sp>
        <p:nvSpPr>
          <p:cNvPr id="258" name="Google Shape;258;p25"/>
          <p:cNvSpPr txBox="1">
            <a:spLocks noGrp="1"/>
          </p:cNvSpPr>
          <p:nvPr>
            <p:ph type="subTitle" idx="20"/>
          </p:nvPr>
        </p:nvSpPr>
        <p:spPr>
          <a:xfrm>
            <a:off x="2354256" y="740337"/>
            <a:ext cx="3247800" cy="536700"/>
          </a:xfrm>
          <a:prstGeom prst="rect">
            <a:avLst/>
          </a:prstGeom>
        </p:spPr>
        <p:txBody>
          <a:bodyPr spcFirstLastPara="1" wrap="square" lIns="113275" tIns="113275" rIns="113275" bIns="113275" anchor="ctr" anchorCtr="0">
            <a:noAutofit/>
          </a:bodyPr>
          <a:lstStyle/>
          <a:p>
            <a:pPr marL="0" lvl="0" indent="0" algn="r" rtl="0">
              <a:spcBef>
                <a:spcPts val="0"/>
              </a:spcBef>
              <a:spcAft>
                <a:spcPts val="0"/>
              </a:spcAft>
              <a:buNone/>
            </a:pPr>
            <a:r>
              <a:rPr lang="en" sz="1486">
                <a:solidFill>
                  <a:schemeClr val="lt1"/>
                </a:solidFill>
              </a:rPr>
              <a:t>Tìm hiểu về Supervised Learning</a:t>
            </a:r>
            <a:endParaRPr sz="1486">
              <a:solidFill>
                <a:schemeClr val="lt1"/>
              </a:solidFill>
            </a:endParaRPr>
          </a:p>
        </p:txBody>
      </p:sp>
      <p:sp>
        <p:nvSpPr>
          <p:cNvPr id="259" name="Google Shape;259;p25"/>
          <p:cNvSpPr txBox="1">
            <a:spLocks noGrp="1"/>
          </p:cNvSpPr>
          <p:nvPr>
            <p:ph type="subTitle" idx="21"/>
          </p:nvPr>
        </p:nvSpPr>
        <p:spPr>
          <a:xfrm>
            <a:off x="0" y="1571406"/>
            <a:ext cx="4858800" cy="536700"/>
          </a:xfrm>
          <a:prstGeom prst="rect">
            <a:avLst/>
          </a:prstGeom>
        </p:spPr>
        <p:txBody>
          <a:bodyPr spcFirstLastPara="1" wrap="square" lIns="113275" tIns="113275" rIns="113275" bIns="113275" anchor="ctr" anchorCtr="0">
            <a:noAutofit/>
          </a:bodyPr>
          <a:lstStyle/>
          <a:p>
            <a:pPr marL="0" lvl="0" indent="0" algn="r" rtl="0">
              <a:spcBef>
                <a:spcPts val="0"/>
              </a:spcBef>
              <a:spcAft>
                <a:spcPts val="0"/>
              </a:spcAft>
              <a:buNone/>
            </a:pPr>
            <a:r>
              <a:rPr lang="en" sz="1486">
                <a:solidFill>
                  <a:schemeClr val="lt1"/>
                </a:solidFill>
              </a:rPr>
              <a:t>Tìm hiểu, so sánh 2 thuật toán của Supervised Learning</a:t>
            </a:r>
            <a:endParaRPr sz="1486">
              <a:solidFill>
                <a:schemeClr val="lt1"/>
              </a:solidFill>
            </a:endParaRPr>
          </a:p>
        </p:txBody>
      </p:sp>
      <p:sp>
        <p:nvSpPr>
          <p:cNvPr id="260" name="Google Shape;260;p25"/>
          <p:cNvSpPr txBox="1">
            <a:spLocks noGrp="1"/>
          </p:cNvSpPr>
          <p:nvPr>
            <p:ph type="subTitle" idx="22"/>
          </p:nvPr>
        </p:nvSpPr>
        <p:spPr>
          <a:xfrm>
            <a:off x="2012300" y="2424952"/>
            <a:ext cx="3247800" cy="536700"/>
          </a:xfrm>
          <a:prstGeom prst="rect">
            <a:avLst/>
          </a:prstGeom>
        </p:spPr>
        <p:txBody>
          <a:bodyPr spcFirstLastPara="1" wrap="square" lIns="113275" tIns="113275" rIns="113275" bIns="113275" anchor="ctr" anchorCtr="0">
            <a:noAutofit/>
          </a:bodyPr>
          <a:lstStyle/>
          <a:p>
            <a:pPr marL="0" lvl="0" indent="0" algn="r" rtl="0">
              <a:spcBef>
                <a:spcPts val="0"/>
              </a:spcBef>
              <a:spcAft>
                <a:spcPts val="0"/>
              </a:spcAft>
              <a:buNone/>
            </a:pPr>
            <a:r>
              <a:rPr lang="en" sz="1486">
                <a:solidFill>
                  <a:schemeClr val="lt1"/>
                </a:solidFill>
              </a:rPr>
              <a:t>Tìm hiểu về Unsupervised Learning</a:t>
            </a:r>
            <a:endParaRPr sz="1486">
              <a:solidFill>
                <a:schemeClr val="lt1"/>
              </a:solidFill>
            </a:endParaRPr>
          </a:p>
        </p:txBody>
      </p:sp>
    </p:spTree>
  </p:cSld>
  <p:clrMapOvr>
    <a:masterClrMapping/>
  </p:clrMapOvr>
  <p:transition spd="slow">
    <p:push dir="u"/>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70"/>
        <p:cNvGrpSpPr/>
        <p:nvPr/>
      </p:nvGrpSpPr>
      <p:grpSpPr>
        <a:xfrm>
          <a:off x="0" y="0"/>
          <a:ext cx="0" cy="0"/>
          <a:chOff x="0" y="0"/>
          <a:chExt cx="0" cy="0"/>
        </a:xfrm>
      </p:grpSpPr>
      <p:pic>
        <p:nvPicPr>
          <p:cNvPr id="271" name="Google Shape;271;p27" title="futuristic-cityscape-with-glowing-lines.jpg"/>
          <p:cNvPicPr preferRelativeResize="0">
            <a:picLocks noGrp="1"/>
          </p:cNvPicPr>
          <p:nvPr>
            <p:ph type="pic" idx="3"/>
          </p:nvPr>
        </p:nvPicPr>
        <p:blipFill rotWithShape="1">
          <a:blip r:embed="rId3">
            <a:alphaModFix/>
          </a:blip>
          <a:srcRect l="1476" r="22018" b="20540"/>
          <a:stretch/>
        </p:blipFill>
        <p:spPr>
          <a:xfrm>
            <a:off x="0" y="218975"/>
            <a:ext cx="3239326" cy="4924524"/>
          </a:xfrm>
          <a:prstGeom prst="rect">
            <a:avLst/>
          </a:prstGeom>
        </p:spPr>
      </p:pic>
      <p:sp>
        <p:nvSpPr>
          <p:cNvPr id="272" name="Google Shape;272;p27"/>
          <p:cNvSpPr txBox="1">
            <a:spLocks noGrp="1"/>
          </p:cNvSpPr>
          <p:nvPr>
            <p:ph type="title"/>
          </p:nvPr>
        </p:nvSpPr>
        <p:spPr>
          <a:xfrm>
            <a:off x="3952200" y="2883000"/>
            <a:ext cx="4963200" cy="20319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solidFill>
                  <a:schemeClr val="lt1"/>
                </a:solidFill>
              </a:rPr>
              <a:t>Supervised</a:t>
            </a:r>
            <a:endParaRPr>
              <a:solidFill>
                <a:schemeClr val="lt1"/>
              </a:solidFill>
            </a:endParaRPr>
          </a:p>
          <a:p>
            <a:pPr marL="0" lvl="0" indent="0" algn="r" rtl="0">
              <a:spcBef>
                <a:spcPts val="0"/>
              </a:spcBef>
              <a:spcAft>
                <a:spcPts val="0"/>
              </a:spcAft>
              <a:buNone/>
            </a:pPr>
            <a:r>
              <a:rPr lang="en">
                <a:solidFill>
                  <a:schemeClr val="lt1"/>
                </a:solidFill>
              </a:rPr>
              <a:t>Learning</a:t>
            </a:r>
            <a:endParaRPr>
              <a:solidFill>
                <a:schemeClr val="lt1"/>
              </a:solidFill>
            </a:endParaRPr>
          </a:p>
        </p:txBody>
      </p:sp>
      <p:sp>
        <p:nvSpPr>
          <p:cNvPr id="273" name="Google Shape;273;p27"/>
          <p:cNvSpPr txBox="1">
            <a:spLocks noGrp="1"/>
          </p:cNvSpPr>
          <p:nvPr>
            <p:ph type="title" idx="2"/>
          </p:nvPr>
        </p:nvSpPr>
        <p:spPr>
          <a:xfrm>
            <a:off x="7647000" y="1546188"/>
            <a:ext cx="1268400" cy="1108200"/>
          </a:xfrm>
          <a:prstGeom prst="rect">
            <a:avLst/>
          </a:prstGeom>
          <a:solidFill>
            <a:schemeClr val="lt1"/>
          </a:solidFill>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rPr>
              <a:t>01</a:t>
            </a:r>
            <a:endParaRPr>
              <a:solidFill>
                <a:schemeClr val="dk1"/>
              </a:solidFill>
            </a:endParaRPr>
          </a:p>
        </p:txBody>
      </p:sp>
    </p:spTree>
  </p:cSld>
  <p:clrMapOvr>
    <a:masterClrMapping/>
  </p:clrMapOvr>
  <p:transition spd="slow">
    <p:push dir="u"/>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77"/>
        <p:cNvGrpSpPr/>
        <p:nvPr/>
      </p:nvGrpSpPr>
      <p:grpSpPr>
        <a:xfrm>
          <a:off x="0" y="0"/>
          <a:ext cx="0" cy="0"/>
          <a:chOff x="0" y="0"/>
          <a:chExt cx="0" cy="0"/>
        </a:xfrm>
      </p:grpSpPr>
      <p:sp>
        <p:nvSpPr>
          <p:cNvPr id="278" name="Google Shape;278;p28"/>
          <p:cNvSpPr txBox="1">
            <a:spLocks noGrp="1"/>
          </p:cNvSpPr>
          <p:nvPr>
            <p:ph type="title"/>
          </p:nvPr>
        </p:nvSpPr>
        <p:spPr>
          <a:xfrm>
            <a:off x="0" y="233466"/>
            <a:ext cx="5562600" cy="8772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dirty="0">
                <a:solidFill>
                  <a:schemeClr val="lt1"/>
                </a:solidFill>
              </a:rPr>
              <a:t>Tổng quan</a:t>
            </a:r>
            <a:endParaRPr dirty="0">
              <a:solidFill>
                <a:schemeClr val="lt1"/>
              </a:solidFill>
            </a:endParaRPr>
          </a:p>
        </p:txBody>
      </p:sp>
      <p:sp>
        <p:nvSpPr>
          <p:cNvPr id="279" name="Google Shape;279;p28"/>
          <p:cNvSpPr txBox="1">
            <a:spLocks noGrp="1"/>
          </p:cNvSpPr>
          <p:nvPr>
            <p:ph type="subTitle" idx="1"/>
          </p:nvPr>
        </p:nvSpPr>
        <p:spPr>
          <a:xfrm>
            <a:off x="0" y="1110666"/>
            <a:ext cx="5562600" cy="20064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457200" lvl="0" indent="-323850" algn="l" rtl="0">
              <a:spcBef>
                <a:spcPts val="0"/>
              </a:spcBef>
              <a:spcAft>
                <a:spcPts val="0"/>
              </a:spcAft>
              <a:buClr>
                <a:schemeClr val="lt1"/>
              </a:buClr>
              <a:buSzPts val="1500"/>
              <a:buFont typeface="Arial"/>
              <a:buChar char="●"/>
            </a:pPr>
            <a:r>
              <a:rPr lang="en" sz="1500" dirty="0">
                <a:solidFill>
                  <a:schemeClr val="lt1"/>
                </a:solidFill>
                <a:latin typeface="Arial"/>
                <a:ea typeface="Arial"/>
                <a:cs typeface="Arial"/>
                <a:sym typeface="Arial"/>
              </a:rPr>
              <a:t>Học có giám sát (Supervised Learning): Là phương pháp giúp mô hình AI được “học” từ các dữ liệu được gắn nhãn.</a:t>
            </a:r>
            <a:endParaRPr sz="1500" dirty="0">
              <a:solidFill>
                <a:schemeClr val="lt1"/>
              </a:solidFill>
              <a:latin typeface="Arial"/>
              <a:ea typeface="Arial"/>
              <a:cs typeface="Arial"/>
              <a:sym typeface="Arial"/>
            </a:endParaRPr>
          </a:p>
          <a:p>
            <a:pPr marL="0" lvl="0" indent="0" algn="l" rtl="0">
              <a:spcBef>
                <a:spcPts val="0"/>
              </a:spcBef>
              <a:spcAft>
                <a:spcPts val="0"/>
              </a:spcAft>
              <a:buNone/>
            </a:pPr>
            <a:endParaRPr sz="1500" dirty="0">
              <a:solidFill>
                <a:schemeClr val="lt1"/>
              </a:solidFill>
              <a:latin typeface="Arial"/>
              <a:ea typeface="Arial"/>
              <a:cs typeface="Arial"/>
              <a:sym typeface="Arial"/>
            </a:endParaRPr>
          </a:p>
          <a:p>
            <a:pPr marL="457200" lvl="0" indent="-323850" algn="l" rtl="0">
              <a:spcBef>
                <a:spcPts val="0"/>
              </a:spcBef>
              <a:spcAft>
                <a:spcPts val="0"/>
              </a:spcAft>
              <a:buClr>
                <a:schemeClr val="lt1"/>
              </a:buClr>
              <a:buSzPts val="1500"/>
              <a:buFont typeface="Arial"/>
              <a:buChar char="●"/>
            </a:pPr>
            <a:r>
              <a:rPr lang="en" sz="1500" dirty="0">
                <a:solidFill>
                  <a:schemeClr val="lt1"/>
                </a:solidFill>
                <a:latin typeface="Arial"/>
                <a:ea typeface="Arial"/>
                <a:cs typeface="Arial"/>
                <a:sym typeface="Arial"/>
              </a:rPr>
              <a:t>Thuật toán học cách nhận ra các mối quan hệ giữa các mẫu cùng nhãn, từ đó có thể dự đoán chính xác kết quả khi gặp các dữ liệu mới trong thực tế </a:t>
            </a:r>
            <a:endParaRPr sz="1500" dirty="0">
              <a:solidFill>
                <a:schemeClr val="lt1"/>
              </a:solidFill>
              <a:latin typeface="Arial"/>
              <a:ea typeface="Arial"/>
              <a:cs typeface="Arial"/>
              <a:sym typeface="Arial"/>
            </a:endParaRPr>
          </a:p>
        </p:txBody>
      </p:sp>
      <p:sp>
        <p:nvSpPr>
          <p:cNvPr id="3" name="AutoShape 4" descr="Ứng dụng AI trong quản lý doanh nghiệp tương la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Rectangle 5"/>
          <p:cNvSpPr/>
          <p:nvPr/>
        </p:nvSpPr>
        <p:spPr>
          <a:xfrm>
            <a:off x="5562600" y="233466"/>
            <a:ext cx="3581400" cy="49100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oogle Shape;271;p27" title="futuristic-cityscape-with-glowing-lines.jpg"/>
          <p:cNvPicPr preferRelativeResize="0">
            <a:picLocks/>
          </p:cNvPicPr>
          <p:nvPr/>
        </p:nvPicPr>
        <p:blipFill rotWithShape="1">
          <a:blip r:embed="rId3">
            <a:alphaModFix/>
          </a:blip>
          <a:srcRect l="1476" r="22018" b="20540"/>
          <a:stretch/>
        </p:blipFill>
        <p:spPr>
          <a:xfrm>
            <a:off x="5562600" y="218976"/>
            <a:ext cx="3581400" cy="4924524"/>
          </a:xfrm>
          <a:prstGeom prst="rect">
            <a:avLst/>
          </a:prstGeom>
        </p:spPr>
      </p:pic>
    </p:spTree>
  </p:cSld>
  <p:clrMapOvr>
    <a:masterClrMapping/>
  </p:clrMapOvr>
  <p:transition spd="slow">
    <p:push dir="u"/>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85"/>
        <p:cNvGrpSpPr/>
        <p:nvPr/>
      </p:nvGrpSpPr>
      <p:grpSpPr>
        <a:xfrm>
          <a:off x="0" y="0"/>
          <a:ext cx="0" cy="0"/>
          <a:chOff x="0" y="0"/>
          <a:chExt cx="0" cy="0"/>
        </a:xfrm>
      </p:grpSpPr>
      <p:sp>
        <p:nvSpPr>
          <p:cNvPr id="286" name="Google Shape;286;p29"/>
          <p:cNvSpPr txBox="1">
            <a:spLocks noGrp="1"/>
          </p:cNvSpPr>
          <p:nvPr>
            <p:ph type="title"/>
          </p:nvPr>
        </p:nvSpPr>
        <p:spPr>
          <a:xfrm>
            <a:off x="0" y="217800"/>
            <a:ext cx="8686800" cy="79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400">
                <a:solidFill>
                  <a:schemeClr val="lt1"/>
                </a:solidFill>
              </a:rPr>
              <a:t>Quy trình của Supervised Learning</a:t>
            </a:r>
            <a:endParaRPr sz="3400">
              <a:solidFill>
                <a:schemeClr val="lt1"/>
              </a:solidFill>
            </a:endParaRPr>
          </a:p>
        </p:txBody>
      </p:sp>
      <p:sp>
        <p:nvSpPr>
          <p:cNvPr id="287" name="Google Shape;287;p29"/>
          <p:cNvSpPr txBox="1">
            <a:spLocks noGrp="1"/>
          </p:cNvSpPr>
          <p:nvPr>
            <p:ph type="subTitle" idx="1"/>
          </p:nvPr>
        </p:nvSpPr>
        <p:spPr>
          <a:xfrm>
            <a:off x="0" y="917824"/>
            <a:ext cx="4883888" cy="4225675"/>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Clr>
                <a:schemeClr val="lt1"/>
              </a:buClr>
              <a:buSzPts val="2400"/>
              <a:buChar char="-"/>
            </a:pPr>
            <a:r>
              <a:rPr lang="en" sz="2000" dirty="0">
                <a:solidFill>
                  <a:schemeClr val="lt1"/>
                </a:solidFill>
              </a:rPr>
              <a:t>Chuẩn bị dữ liệu</a:t>
            </a:r>
            <a:endParaRPr sz="2000" dirty="0">
              <a:solidFill>
                <a:schemeClr val="lt1"/>
              </a:solidFill>
            </a:endParaRPr>
          </a:p>
          <a:p>
            <a:pPr marL="457200" lvl="0" indent="-381000" algn="l" rtl="0">
              <a:spcBef>
                <a:spcPts val="0"/>
              </a:spcBef>
              <a:spcAft>
                <a:spcPts val="0"/>
              </a:spcAft>
              <a:buClr>
                <a:schemeClr val="lt1"/>
              </a:buClr>
              <a:buSzPts val="2400"/>
              <a:buChar char="-"/>
            </a:pPr>
            <a:r>
              <a:rPr lang="en" sz="2000" dirty="0">
                <a:solidFill>
                  <a:schemeClr val="lt1"/>
                </a:solidFill>
              </a:rPr>
              <a:t>Tiền xử lý dữ liệu</a:t>
            </a:r>
            <a:endParaRPr sz="2000" dirty="0">
              <a:solidFill>
                <a:schemeClr val="lt1"/>
              </a:solidFill>
            </a:endParaRPr>
          </a:p>
          <a:p>
            <a:pPr marL="457200" lvl="0" indent="-381000" algn="l" rtl="0">
              <a:spcBef>
                <a:spcPts val="0"/>
              </a:spcBef>
              <a:spcAft>
                <a:spcPts val="0"/>
              </a:spcAft>
              <a:buClr>
                <a:schemeClr val="lt1"/>
              </a:buClr>
              <a:buSzPts val="2400"/>
              <a:buChar char="-"/>
            </a:pPr>
            <a:r>
              <a:rPr lang="en" sz="2000" dirty="0">
                <a:solidFill>
                  <a:schemeClr val="lt1"/>
                </a:solidFill>
              </a:rPr>
              <a:t>Chia dữ liệu thành các tập khác nhau</a:t>
            </a:r>
            <a:endParaRPr sz="2000" dirty="0">
              <a:solidFill>
                <a:schemeClr val="lt1"/>
              </a:solidFill>
            </a:endParaRPr>
          </a:p>
          <a:p>
            <a:pPr marL="457200" lvl="0" indent="-381000" algn="l" rtl="0">
              <a:spcBef>
                <a:spcPts val="0"/>
              </a:spcBef>
              <a:spcAft>
                <a:spcPts val="0"/>
              </a:spcAft>
              <a:buClr>
                <a:schemeClr val="lt1"/>
              </a:buClr>
              <a:buSzPts val="2400"/>
              <a:buChar char="-"/>
            </a:pPr>
            <a:r>
              <a:rPr lang="en" sz="2000" dirty="0">
                <a:solidFill>
                  <a:schemeClr val="lt1"/>
                </a:solidFill>
              </a:rPr>
              <a:t>Huấn luyện mô hình</a:t>
            </a:r>
            <a:endParaRPr sz="2000" dirty="0">
              <a:solidFill>
                <a:schemeClr val="lt1"/>
              </a:solidFill>
            </a:endParaRPr>
          </a:p>
          <a:p>
            <a:pPr marL="457200" lvl="0" indent="-381000" algn="l" rtl="0">
              <a:spcBef>
                <a:spcPts val="0"/>
              </a:spcBef>
              <a:spcAft>
                <a:spcPts val="0"/>
              </a:spcAft>
              <a:buClr>
                <a:schemeClr val="lt1"/>
              </a:buClr>
              <a:buSzPts val="2400"/>
              <a:buChar char="-"/>
            </a:pPr>
            <a:r>
              <a:rPr lang="en" sz="2000" dirty="0">
                <a:solidFill>
                  <a:schemeClr val="lt1"/>
                </a:solidFill>
              </a:rPr>
              <a:t>Đánh giá mô hình</a:t>
            </a:r>
            <a:endParaRPr sz="2000" dirty="0">
              <a:solidFill>
                <a:schemeClr val="lt1"/>
              </a:solidFill>
            </a:endParaRPr>
          </a:p>
          <a:p>
            <a:pPr marL="457200" lvl="0" indent="-381000" algn="l" rtl="0">
              <a:spcBef>
                <a:spcPts val="0"/>
              </a:spcBef>
              <a:spcAft>
                <a:spcPts val="0"/>
              </a:spcAft>
              <a:buClr>
                <a:schemeClr val="lt1"/>
              </a:buClr>
              <a:buSzPts val="2400"/>
              <a:buChar char="-"/>
            </a:pPr>
            <a:r>
              <a:rPr lang="en" sz="2000" dirty="0">
                <a:solidFill>
                  <a:schemeClr val="lt1"/>
                </a:solidFill>
              </a:rPr>
              <a:t>Tối ưu hoá mô hình</a:t>
            </a:r>
            <a:endParaRPr sz="2000" dirty="0">
              <a:solidFill>
                <a:schemeClr val="lt1"/>
              </a:solidFill>
            </a:endParaRPr>
          </a:p>
          <a:p>
            <a:pPr marL="457200" lvl="0" indent="-381000" algn="l" rtl="0">
              <a:spcBef>
                <a:spcPts val="0"/>
              </a:spcBef>
              <a:spcAft>
                <a:spcPts val="0"/>
              </a:spcAft>
              <a:buClr>
                <a:schemeClr val="lt1"/>
              </a:buClr>
              <a:buSzPts val="2400"/>
              <a:buChar char="-"/>
            </a:pPr>
            <a:r>
              <a:rPr lang="en" sz="2000" dirty="0">
                <a:solidFill>
                  <a:schemeClr val="lt1"/>
                </a:solidFill>
              </a:rPr>
              <a:t>Triển khai và giám sát</a:t>
            </a:r>
            <a:endParaRPr sz="2000" dirty="0">
              <a:solidFill>
                <a:schemeClr val="lt1"/>
              </a:solidFill>
            </a:endParaRPr>
          </a:p>
        </p:txBody>
      </p:sp>
      <p:pic>
        <p:nvPicPr>
          <p:cNvPr id="1030" name="Picture 6" descr="An Overview of Supervised Learning"/>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p:blipFill>
        <p:spPr bwMode="auto">
          <a:xfrm>
            <a:off x="3563765" y="2190307"/>
            <a:ext cx="5525216" cy="2900738"/>
          </a:xfrm>
          <a:prstGeom prst="rect">
            <a:avLst/>
          </a:prstGeom>
          <a:extLst>
            <a:ext uri="{909E8E84-426E-40DD-AFC4-6F175D3DCCD1}">
              <a14:hiddenFill xmlns:a14="http://schemas.microsoft.com/office/drawing/2010/main">
                <a:solidFill>
                  <a:srgbClr val="FFFFFF"/>
                </a:solidFill>
              </a14:hiddenFill>
            </a:ext>
          </a:extLst>
        </p:spPr>
      </p:pic>
    </p:spTree>
  </p:cSld>
  <p:clrMapOvr>
    <a:masterClrMapping/>
  </p:clrMapOvr>
  <p:transition spd="slow">
    <p:push dir="u"/>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91"/>
        <p:cNvGrpSpPr/>
        <p:nvPr/>
      </p:nvGrpSpPr>
      <p:grpSpPr>
        <a:xfrm>
          <a:off x="0" y="0"/>
          <a:ext cx="0" cy="0"/>
          <a:chOff x="0" y="0"/>
          <a:chExt cx="0" cy="0"/>
        </a:xfrm>
      </p:grpSpPr>
      <p:sp>
        <p:nvSpPr>
          <p:cNvPr id="292" name="Google Shape;292;p30"/>
          <p:cNvSpPr txBox="1">
            <a:spLocks noGrp="1"/>
          </p:cNvSpPr>
          <p:nvPr>
            <p:ph type="title"/>
          </p:nvPr>
        </p:nvSpPr>
        <p:spPr>
          <a:xfrm>
            <a:off x="456900" y="4276625"/>
            <a:ext cx="8687100" cy="5949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solidFill>
                  <a:schemeClr val="lt1"/>
                </a:solidFill>
              </a:rPr>
              <a:t>Phân biệt giữa Classification - Regression	</a:t>
            </a:r>
            <a:endParaRPr>
              <a:solidFill>
                <a:schemeClr val="lt1"/>
              </a:solidFill>
            </a:endParaRPr>
          </a:p>
        </p:txBody>
      </p:sp>
      <p:sp>
        <p:nvSpPr>
          <p:cNvPr id="293" name="Google Shape;293;p30"/>
          <p:cNvSpPr txBox="1"/>
          <p:nvPr/>
        </p:nvSpPr>
        <p:spPr>
          <a:xfrm>
            <a:off x="204000" y="480450"/>
            <a:ext cx="8736000" cy="34338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Clr>
                <a:schemeClr val="lt1"/>
              </a:buClr>
              <a:buSzPts val="1400"/>
              <a:buFont typeface="Roboto"/>
              <a:buChar char="-"/>
            </a:pPr>
            <a:r>
              <a:rPr lang="en">
                <a:solidFill>
                  <a:schemeClr val="lt1"/>
                </a:solidFill>
                <a:latin typeface="Roboto"/>
                <a:ea typeface="Roboto"/>
                <a:cs typeface="Roboto"/>
                <a:sym typeface="Roboto"/>
              </a:rPr>
              <a:t>Classification sẽ trả lời câu hỏi “Dữ liệu này thuộc nhóm nào”, còn Regression sẽ trả lời câu “Giá trị tốt nhất cho dữ liệu này là gì”.</a:t>
            </a:r>
            <a:endParaRPr>
              <a:solidFill>
                <a:schemeClr val="lt1"/>
              </a:solidFill>
              <a:latin typeface="Roboto"/>
              <a:ea typeface="Roboto"/>
              <a:cs typeface="Roboto"/>
              <a:sym typeface="Roboto"/>
            </a:endParaRPr>
          </a:p>
          <a:p>
            <a:pPr marL="457200" lvl="0" indent="-317500" algn="l" rtl="0">
              <a:spcBef>
                <a:spcPts val="0"/>
              </a:spcBef>
              <a:spcAft>
                <a:spcPts val="0"/>
              </a:spcAft>
              <a:buClr>
                <a:schemeClr val="lt1"/>
              </a:buClr>
              <a:buSzPts val="1400"/>
              <a:buFont typeface="Roboto"/>
              <a:buChar char="-"/>
            </a:pPr>
            <a:r>
              <a:rPr lang="en">
                <a:solidFill>
                  <a:schemeClr val="lt1"/>
                </a:solidFill>
                <a:latin typeface="Roboto"/>
                <a:ea typeface="Roboto"/>
                <a:cs typeface="Roboto"/>
                <a:sym typeface="Roboto"/>
              </a:rPr>
              <a:t>Dạng dữ liệu đầu ra của 2 phương thức là khác nhau (Rời rạc - Liên tục)</a:t>
            </a:r>
            <a:endParaRPr>
              <a:solidFill>
                <a:schemeClr val="lt1"/>
              </a:solidFill>
              <a:latin typeface="Roboto"/>
              <a:ea typeface="Roboto"/>
              <a:cs typeface="Roboto"/>
              <a:sym typeface="Roboto"/>
            </a:endParaRPr>
          </a:p>
          <a:p>
            <a:pPr marL="457200" lvl="0" indent="0" algn="l" rtl="0">
              <a:spcBef>
                <a:spcPts val="0"/>
              </a:spcBef>
              <a:spcAft>
                <a:spcPts val="0"/>
              </a:spcAft>
              <a:buNone/>
            </a:pPr>
            <a:endParaRPr>
              <a:solidFill>
                <a:schemeClr val="lt1"/>
              </a:solidFill>
              <a:latin typeface="Roboto"/>
              <a:ea typeface="Roboto"/>
              <a:cs typeface="Roboto"/>
              <a:sym typeface="Roboto"/>
            </a:endParaRPr>
          </a:p>
        </p:txBody>
      </p:sp>
      <p:pic>
        <p:nvPicPr>
          <p:cNvPr id="294" name="Google Shape;294;p30"/>
          <p:cNvPicPr preferRelativeResize="0"/>
          <p:nvPr/>
        </p:nvPicPr>
        <p:blipFill>
          <a:blip r:embed="rId3">
            <a:alphaModFix/>
          </a:blip>
          <a:stretch>
            <a:fillRect/>
          </a:stretch>
        </p:blipFill>
        <p:spPr>
          <a:xfrm>
            <a:off x="827971" y="1488488"/>
            <a:ext cx="7488075" cy="2549925"/>
          </a:xfrm>
          <a:prstGeom prst="rect">
            <a:avLst/>
          </a:prstGeom>
          <a:noFill/>
          <a:ln>
            <a:noFill/>
          </a:ln>
        </p:spPr>
      </p:pic>
      <p:sp>
        <p:nvSpPr>
          <p:cNvPr id="295" name="Google Shape;295;p30"/>
          <p:cNvSpPr txBox="1">
            <a:spLocks noGrp="1"/>
          </p:cNvSpPr>
          <p:nvPr>
            <p:ph type="title" idx="4294967295"/>
          </p:nvPr>
        </p:nvSpPr>
        <p:spPr>
          <a:xfrm>
            <a:off x="823902" y="4225170"/>
            <a:ext cx="832800" cy="697800"/>
          </a:xfrm>
          <a:prstGeom prst="rect">
            <a:avLst/>
          </a:prstGeom>
          <a:solidFill>
            <a:schemeClr val="lt1"/>
          </a:solidFill>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solidFill>
                <a:schemeClr val="dk1"/>
              </a:solidFill>
            </a:endParaRPr>
          </a:p>
        </p:txBody>
      </p:sp>
    </p:spTree>
  </p:cSld>
  <p:clrMapOvr>
    <a:masterClrMapping/>
  </p:clrMapOvr>
  <p:transition spd="slow">
    <p:push dir="u"/>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99"/>
        <p:cNvGrpSpPr/>
        <p:nvPr/>
      </p:nvGrpSpPr>
      <p:grpSpPr>
        <a:xfrm>
          <a:off x="0" y="0"/>
          <a:ext cx="0" cy="0"/>
          <a:chOff x="0" y="0"/>
          <a:chExt cx="0" cy="0"/>
        </a:xfrm>
      </p:grpSpPr>
      <p:sp>
        <p:nvSpPr>
          <p:cNvPr id="300" name="Google Shape;300;p31"/>
          <p:cNvSpPr txBox="1">
            <a:spLocks noGrp="1"/>
          </p:cNvSpPr>
          <p:nvPr>
            <p:ph type="title"/>
          </p:nvPr>
        </p:nvSpPr>
        <p:spPr>
          <a:xfrm>
            <a:off x="735450" y="228596"/>
            <a:ext cx="8687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lt1"/>
                </a:solidFill>
              </a:rPr>
              <a:t>Unsupervised Learning</a:t>
            </a:r>
            <a:endParaRPr>
              <a:solidFill>
                <a:schemeClr val="lt1"/>
              </a:solidFill>
            </a:endParaRPr>
          </a:p>
        </p:txBody>
      </p:sp>
      <p:cxnSp>
        <p:nvCxnSpPr>
          <p:cNvPr id="301" name="Google Shape;301;p31"/>
          <p:cNvCxnSpPr/>
          <p:nvPr/>
        </p:nvCxnSpPr>
        <p:spPr>
          <a:xfrm>
            <a:off x="0" y="801300"/>
            <a:ext cx="9144000" cy="0"/>
          </a:xfrm>
          <a:prstGeom prst="straightConnector1">
            <a:avLst/>
          </a:prstGeom>
          <a:noFill/>
          <a:ln w="9525" cap="flat" cmpd="sng">
            <a:solidFill>
              <a:schemeClr val="lt1"/>
            </a:solidFill>
            <a:prstDash val="solid"/>
            <a:round/>
            <a:headEnd type="none" w="med" len="med"/>
            <a:tailEnd type="none" w="med" len="med"/>
          </a:ln>
        </p:spPr>
      </p:cxnSp>
      <p:sp>
        <p:nvSpPr>
          <p:cNvPr id="302" name="Google Shape;302;p31"/>
          <p:cNvSpPr txBox="1"/>
          <p:nvPr/>
        </p:nvSpPr>
        <p:spPr>
          <a:xfrm>
            <a:off x="150" y="801300"/>
            <a:ext cx="9144000" cy="4338300"/>
          </a:xfrm>
          <a:prstGeom prst="rect">
            <a:avLst/>
          </a:prstGeom>
          <a:noFill/>
          <a:ln>
            <a:noFill/>
          </a:ln>
        </p:spPr>
        <p:txBody>
          <a:bodyPr spcFirstLastPara="1" wrap="square" lIns="91425" tIns="91425" rIns="91425" bIns="91425" anchor="t" anchorCtr="0">
            <a:noAutofit/>
          </a:bodyPr>
          <a:lstStyle/>
          <a:p>
            <a:pPr marL="457200" lvl="0" indent="-349250" algn="l" rtl="0">
              <a:lnSpc>
                <a:spcPct val="115000"/>
              </a:lnSpc>
              <a:spcBef>
                <a:spcPts val="0"/>
              </a:spcBef>
              <a:spcAft>
                <a:spcPts val="0"/>
              </a:spcAft>
              <a:buClr>
                <a:schemeClr val="lt1"/>
              </a:buClr>
              <a:buSzPts val="1900"/>
              <a:buFont typeface="Roboto"/>
              <a:buChar char="-"/>
            </a:pPr>
            <a:r>
              <a:rPr lang="en" sz="1900">
                <a:solidFill>
                  <a:schemeClr val="lt1"/>
                </a:solidFill>
                <a:latin typeface="Roboto"/>
                <a:ea typeface="Roboto"/>
                <a:cs typeface="Roboto"/>
                <a:sym typeface="Roboto"/>
              </a:rPr>
              <a:t>Học không giám sát là một phương pháp thuật toán để phân tích và phân cụm dữ liệu chưa gán nhãn</a:t>
            </a:r>
            <a:endParaRPr sz="1900">
              <a:solidFill>
                <a:schemeClr val="lt1"/>
              </a:solidFill>
              <a:latin typeface="Roboto"/>
              <a:ea typeface="Roboto"/>
              <a:cs typeface="Roboto"/>
              <a:sym typeface="Roboto"/>
            </a:endParaRPr>
          </a:p>
          <a:p>
            <a:pPr marL="457200" lvl="0" indent="-349250" algn="l" rtl="0">
              <a:lnSpc>
                <a:spcPct val="115000"/>
              </a:lnSpc>
              <a:spcBef>
                <a:spcPts val="0"/>
              </a:spcBef>
              <a:spcAft>
                <a:spcPts val="0"/>
              </a:spcAft>
              <a:buClr>
                <a:schemeClr val="lt1"/>
              </a:buClr>
              <a:buSzPts val="1900"/>
              <a:buFont typeface="Roboto"/>
              <a:buChar char="-"/>
            </a:pPr>
            <a:r>
              <a:rPr lang="en" sz="1900">
                <a:solidFill>
                  <a:schemeClr val="lt1"/>
                </a:solidFill>
                <a:latin typeface="Roboto"/>
                <a:ea typeface="Roboto"/>
                <a:cs typeface="Roboto"/>
                <a:sym typeface="Roboto"/>
              </a:rPr>
              <a:t>Unsupervised Learning tự suy luận và sắp xếp các dữ liệu theo quy luật. </a:t>
            </a:r>
            <a:endParaRPr sz="1900">
              <a:solidFill>
                <a:schemeClr val="lt1"/>
              </a:solidFill>
              <a:latin typeface="Roboto"/>
              <a:ea typeface="Roboto"/>
              <a:cs typeface="Roboto"/>
              <a:sym typeface="Roboto"/>
            </a:endParaRPr>
          </a:p>
          <a:p>
            <a:pPr marL="457200" lvl="0" indent="-349250" algn="l" rtl="0">
              <a:lnSpc>
                <a:spcPct val="115000"/>
              </a:lnSpc>
              <a:spcBef>
                <a:spcPts val="0"/>
              </a:spcBef>
              <a:spcAft>
                <a:spcPts val="0"/>
              </a:spcAft>
              <a:buClr>
                <a:schemeClr val="lt1"/>
              </a:buClr>
              <a:buSzPts val="1900"/>
              <a:buFont typeface="Roboto"/>
              <a:buChar char="-"/>
            </a:pPr>
            <a:r>
              <a:rPr lang="en" sz="1900" b="1">
                <a:solidFill>
                  <a:schemeClr val="lt1"/>
                </a:solidFill>
                <a:latin typeface="Roboto"/>
                <a:ea typeface="Roboto"/>
                <a:cs typeface="Roboto"/>
                <a:sym typeface="Roboto"/>
              </a:rPr>
              <a:t>Mục tiêu và ứng dụng của Unsupervised Learning:</a:t>
            </a:r>
            <a:endParaRPr sz="1900" b="1">
              <a:solidFill>
                <a:schemeClr val="lt1"/>
              </a:solidFill>
              <a:latin typeface="Roboto"/>
              <a:ea typeface="Roboto"/>
              <a:cs typeface="Roboto"/>
              <a:sym typeface="Roboto"/>
            </a:endParaRPr>
          </a:p>
          <a:p>
            <a:pPr marL="914400" lvl="1" indent="-349250" algn="l" rtl="0">
              <a:lnSpc>
                <a:spcPct val="115000"/>
              </a:lnSpc>
              <a:spcBef>
                <a:spcPts val="0"/>
              </a:spcBef>
              <a:spcAft>
                <a:spcPts val="0"/>
              </a:spcAft>
              <a:buClr>
                <a:schemeClr val="lt1"/>
              </a:buClr>
              <a:buSzPts val="1900"/>
              <a:buFont typeface="Roboto"/>
              <a:buChar char="-"/>
            </a:pPr>
            <a:r>
              <a:rPr lang="en" sz="1900">
                <a:solidFill>
                  <a:schemeClr val="lt1"/>
                </a:solidFill>
                <a:latin typeface="Roboto"/>
                <a:ea typeface="Roboto"/>
                <a:cs typeface="Roboto"/>
                <a:sym typeface="Roboto"/>
              </a:rPr>
              <a:t>Mục tiêu chính là tìm ra các mẫu ẩn, nhóm dữ liệu..</a:t>
            </a:r>
            <a:endParaRPr sz="1900">
              <a:solidFill>
                <a:schemeClr val="lt1"/>
              </a:solidFill>
              <a:latin typeface="Roboto"/>
              <a:ea typeface="Roboto"/>
              <a:cs typeface="Roboto"/>
              <a:sym typeface="Roboto"/>
            </a:endParaRPr>
          </a:p>
          <a:p>
            <a:pPr marL="914400" lvl="1" indent="-349250" algn="l" rtl="0">
              <a:lnSpc>
                <a:spcPct val="115000"/>
              </a:lnSpc>
              <a:spcBef>
                <a:spcPts val="0"/>
              </a:spcBef>
              <a:spcAft>
                <a:spcPts val="0"/>
              </a:spcAft>
              <a:buClr>
                <a:schemeClr val="lt1"/>
              </a:buClr>
              <a:buSzPts val="1900"/>
              <a:buFont typeface="Roboto"/>
              <a:buChar char="-"/>
            </a:pPr>
            <a:r>
              <a:rPr lang="en" sz="1900">
                <a:solidFill>
                  <a:schemeClr val="lt1"/>
                </a:solidFill>
                <a:latin typeface="Roboto"/>
                <a:ea typeface="Roboto"/>
                <a:cs typeface="Roboto"/>
                <a:sym typeface="Roboto"/>
              </a:rPr>
              <a:t>Ứng dụng của Unsupervised Learning: Phân khúc khách hàng; Gợi ý sản phẩm;...</a:t>
            </a:r>
            <a:endParaRPr sz="1900">
              <a:solidFill>
                <a:schemeClr val="lt1"/>
              </a:solidFill>
              <a:latin typeface="Roboto"/>
              <a:ea typeface="Roboto"/>
              <a:cs typeface="Roboto"/>
              <a:sym typeface="Roboto"/>
            </a:endParaRPr>
          </a:p>
        </p:txBody>
      </p:sp>
      <p:sp>
        <p:nvSpPr>
          <p:cNvPr id="303" name="Google Shape;303;p31"/>
          <p:cNvSpPr txBox="1">
            <a:spLocks noGrp="1"/>
          </p:cNvSpPr>
          <p:nvPr>
            <p:ph type="title" idx="4294967295"/>
          </p:nvPr>
        </p:nvSpPr>
        <p:spPr>
          <a:xfrm>
            <a:off x="150" y="228599"/>
            <a:ext cx="735300" cy="572700"/>
          </a:xfrm>
          <a:prstGeom prst="rect">
            <a:avLst/>
          </a:prstGeom>
          <a:solidFill>
            <a:schemeClr val="lt1"/>
          </a:solidFill>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solidFill>
                <a:schemeClr val="dk1"/>
              </a:solidFill>
            </a:endParaRPr>
          </a:p>
        </p:txBody>
      </p:sp>
    </p:spTree>
  </p:cSld>
  <p:clrMapOvr>
    <a:masterClrMapping/>
  </p:clrMapOvr>
  <p:transition spd="slow">
    <p:push dir="u"/>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pic>
        <p:nvPicPr>
          <p:cNvPr id="308" name="Google Shape;308;p32"/>
          <p:cNvPicPr preferRelativeResize="0"/>
          <p:nvPr/>
        </p:nvPicPr>
        <p:blipFill>
          <a:blip r:embed="rId3">
            <a:alphaModFix/>
          </a:blip>
          <a:stretch>
            <a:fillRect/>
          </a:stretch>
        </p:blipFill>
        <p:spPr>
          <a:xfrm>
            <a:off x="-21652" y="0"/>
            <a:ext cx="9143999" cy="5143500"/>
          </a:xfrm>
          <a:prstGeom prst="rect">
            <a:avLst/>
          </a:prstGeom>
          <a:noFill/>
          <a:ln>
            <a:noFill/>
          </a:ln>
        </p:spPr>
      </p:pic>
      <p:sp>
        <p:nvSpPr>
          <p:cNvPr id="309" name="Google Shape;309;p32"/>
          <p:cNvSpPr txBox="1">
            <a:spLocks noGrp="1"/>
          </p:cNvSpPr>
          <p:nvPr>
            <p:ph type="title"/>
          </p:nvPr>
        </p:nvSpPr>
        <p:spPr>
          <a:xfrm>
            <a:off x="152793" y="1382259"/>
            <a:ext cx="2847900" cy="738900"/>
          </a:xfrm>
          <a:prstGeom prst="rect">
            <a:avLst/>
          </a:prstGeom>
          <a:noFill/>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lt1"/>
                </a:solidFill>
              </a:rPr>
              <a:t>Quy trình của </a:t>
            </a:r>
            <a:endParaRPr>
              <a:solidFill>
                <a:schemeClr val="lt1"/>
              </a:solidFill>
            </a:endParaRPr>
          </a:p>
          <a:p>
            <a:pPr marL="0" lvl="0" indent="0" algn="l" rtl="0">
              <a:spcBef>
                <a:spcPts val="0"/>
              </a:spcBef>
              <a:spcAft>
                <a:spcPts val="0"/>
              </a:spcAft>
              <a:buNone/>
            </a:pPr>
            <a:r>
              <a:rPr lang="en">
                <a:solidFill>
                  <a:schemeClr val="lt1"/>
                </a:solidFill>
              </a:rPr>
              <a:t>Unsupervised Learning</a:t>
            </a:r>
            <a:endParaRPr>
              <a:solidFill>
                <a:schemeClr val="lt1"/>
              </a:solidFill>
            </a:endParaRPr>
          </a:p>
        </p:txBody>
      </p:sp>
    </p:spTree>
  </p:cSld>
  <p:clrMapOvr>
    <a:masterClrMapping/>
  </p:clrMapOvr>
  <p:transition spd="slow">
    <p:push dir="u"/>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313"/>
        <p:cNvGrpSpPr/>
        <p:nvPr/>
      </p:nvGrpSpPr>
      <p:grpSpPr>
        <a:xfrm>
          <a:off x="0" y="0"/>
          <a:ext cx="0" cy="0"/>
          <a:chOff x="0" y="0"/>
          <a:chExt cx="0" cy="0"/>
        </a:xfrm>
      </p:grpSpPr>
      <p:sp>
        <p:nvSpPr>
          <p:cNvPr id="314" name="Google Shape;314;p33"/>
          <p:cNvSpPr txBox="1">
            <a:spLocks noGrp="1"/>
          </p:cNvSpPr>
          <p:nvPr>
            <p:ph type="title"/>
          </p:nvPr>
        </p:nvSpPr>
        <p:spPr>
          <a:xfrm>
            <a:off x="692100" y="229475"/>
            <a:ext cx="8069100" cy="6651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sz="2400">
                <a:solidFill>
                  <a:schemeClr val="lt1"/>
                </a:solidFill>
              </a:rPr>
              <a:t>Phân biệt giữa Clustering - Dimensionality Reduction</a:t>
            </a:r>
            <a:endParaRPr sz="2400">
              <a:solidFill>
                <a:schemeClr val="lt1"/>
              </a:solidFill>
            </a:endParaRPr>
          </a:p>
        </p:txBody>
      </p:sp>
      <p:cxnSp>
        <p:nvCxnSpPr>
          <p:cNvPr id="315" name="Google Shape;315;p33"/>
          <p:cNvCxnSpPr/>
          <p:nvPr/>
        </p:nvCxnSpPr>
        <p:spPr>
          <a:xfrm>
            <a:off x="0" y="4914900"/>
            <a:ext cx="9144000" cy="0"/>
          </a:xfrm>
          <a:prstGeom prst="straightConnector1">
            <a:avLst/>
          </a:prstGeom>
          <a:noFill/>
          <a:ln w="9525" cap="flat" cmpd="sng">
            <a:solidFill>
              <a:schemeClr val="dk1"/>
            </a:solidFill>
            <a:prstDash val="solid"/>
            <a:round/>
            <a:headEnd type="none" w="med" len="med"/>
            <a:tailEnd type="none" w="med" len="med"/>
          </a:ln>
        </p:spPr>
      </p:cxnSp>
      <p:sp>
        <p:nvSpPr>
          <p:cNvPr id="316" name="Google Shape;316;p33"/>
          <p:cNvSpPr txBox="1"/>
          <p:nvPr/>
        </p:nvSpPr>
        <p:spPr>
          <a:xfrm>
            <a:off x="0" y="805050"/>
            <a:ext cx="9144000" cy="1062000"/>
          </a:xfrm>
          <a:prstGeom prst="rect">
            <a:avLst/>
          </a:prstGeom>
          <a:noFill/>
          <a:ln>
            <a:noFill/>
          </a:ln>
        </p:spPr>
        <p:txBody>
          <a:bodyPr spcFirstLastPara="1" wrap="square" lIns="91425" tIns="91425" rIns="91425" bIns="91425" anchor="t" anchorCtr="0">
            <a:spAutoFit/>
          </a:bodyPr>
          <a:lstStyle/>
          <a:p>
            <a:pPr marL="457200" lvl="0" indent="-349250" algn="l" rtl="0">
              <a:spcBef>
                <a:spcPts val="0"/>
              </a:spcBef>
              <a:spcAft>
                <a:spcPts val="0"/>
              </a:spcAft>
              <a:buClr>
                <a:schemeClr val="lt1"/>
              </a:buClr>
              <a:buSzPts val="1900"/>
              <a:buFont typeface="Roboto"/>
              <a:buChar char="-"/>
            </a:pPr>
            <a:r>
              <a:rPr lang="en" sz="1900">
                <a:solidFill>
                  <a:schemeClr val="lt1"/>
                </a:solidFill>
                <a:latin typeface="Roboto"/>
                <a:ea typeface="Roboto"/>
                <a:cs typeface="Roboto"/>
                <a:sym typeface="Roboto"/>
              </a:rPr>
              <a:t>Mục tiêu chính của Clustering là tìm ra các nhóm dữ liệu đặc trưng tương đồng nhau, còn Dimensionality Reduction sẽ là loại bỏ những dữ liệu thừa thãi, chỉ giữ lại những dữ liệu quan trọng.</a:t>
            </a:r>
            <a:endParaRPr sz="1900">
              <a:solidFill>
                <a:schemeClr val="lt1"/>
              </a:solidFill>
              <a:latin typeface="Roboto"/>
              <a:ea typeface="Roboto"/>
              <a:cs typeface="Roboto"/>
              <a:sym typeface="Roboto"/>
            </a:endParaRPr>
          </a:p>
        </p:txBody>
      </p:sp>
      <p:pic>
        <p:nvPicPr>
          <p:cNvPr id="317" name="Google Shape;317;p33"/>
          <p:cNvPicPr preferRelativeResize="0"/>
          <p:nvPr/>
        </p:nvPicPr>
        <p:blipFill>
          <a:blip r:embed="rId3">
            <a:alphaModFix/>
          </a:blip>
          <a:stretch>
            <a:fillRect/>
          </a:stretch>
        </p:blipFill>
        <p:spPr>
          <a:xfrm>
            <a:off x="3319200" y="1866900"/>
            <a:ext cx="5824800" cy="3276600"/>
          </a:xfrm>
          <a:prstGeom prst="rect">
            <a:avLst/>
          </a:prstGeom>
          <a:noFill/>
          <a:ln>
            <a:noFill/>
          </a:ln>
        </p:spPr>
      </p:pic>
      <p:sp>
        <p:nvSpPr>
          <p:cNvPr id="318" name="Google Shape;318;p33"/>
          <p:cNvSpPr txBox="1">
            <a:spLocks noGrp="1"/>
          </p:cNvSpPr>
          <p:nvPr>
            <p:ph type="title" idx="2"/>
          </p:nvPr>
        </p:nvSpPr>
        <p:spPr>
          <a:xfrm>
            <a:off x="0" y="229474"/>
            <a:ext cx="692100" cy="575700"/>
          </a:xfrm>
          <a:prstGeom prst="rect">
            <a:avLst/>
          </a:prstGeom>
          <a:solidFill>
            <a:schemeClr val="lt1"/>
          </a:solidFill>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rPr>
              <a:t>04</a:t>
            </a:r>
            <a:endParaRPr>
              <a:solidFill>
                <a:schemeClr val="dk1"/>
              </a:solidFill>
            </a:endParaRPr>
          </a:p>
        </p:txBody>
      </p:sp>
    </p:spTree>
  </p:cSld>
  <p:clrMapOvr>
    <a:masterClrMapping/>
  </p:clrMapOvr>
  <p:transition spd="slow">
    <p:push dir="u"/>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322"/>
        <p:cNvGrpSpPr/>
        <p:nvPr/>
      </p:nvGrpSpPr>
      <p:grpSpPr>
        <a:xfrm>
          <a:off x="0" y="0"/>
          <a:ext cx="0" cy="0"/>
          <a:chOff x="0" y="0"/>
          <a:chExt cx="0" cy="0"/>
        </a:xfrm>
      </p:grpSpPr>
      <p:cxnSp>
        <p:nvCxnSpPr>
          <p:cNvPr id="323" name="Google Shape;323;p34"/>
          <p:cNvCxnSpPr/>
          <p:nvPr/>
        </p:nvCxnSpPr>
        <p:spPr>
          <a:xfrm>
            <a:off x="0" y="457200"/>
            <a:ext cx="9144000" cy="0"/>
          </a:xfrm>
          <a:prstGeom prst="straightConnector1">
            <a:avLst/>
          </a:prstGeom>
          <a:noFill/>
          <a:ln w="9525" cap="flat" cmpd="sng">
            <a:solidFill>
              <a:schemeClr val="dk1"/>
            </a:solidFill>
            <a:prstDash val="solid"/>
            <a:round/>
            <a:headEnd type="none" w="med" len="med"/>
            <a:tailEnd type="none" w="med" len="med"/>
          </a:ln>
        </p:spPr>
      </p:cxnSp>
      <p:grpSp>
        <p:nvGrpSpPr>
          <p:cNvPr id="324" name="Google Shape;324;p34"/>
          <p:cNvGrpSpPr/>
          <p:nvPr/>
        </p:nvGrpSpPr>
        <p:grpSpPr>
          <a:xfrm>
            <a:off x="228598" y="281400"/>
            <a:ext cx="8686803" cy="123000"/>
            <a:chOff x="228598" y="281400"/>
            <a:chExt cx="8686803" cy="123000"/>
          </a:xfrm>
        </p:grpSpPr>
        <p:sp>
          <p:nvSpPr>
            <p:cNvPr id="325" name="Google Shape;325;p34"/>
            <p:cNvSpPr txBox="1"/>
            <p:nvPr/>
          </p:nvSpPr>
          <p:spPr>
            <a:xfrm>
              <a:off x="4071900" y="281400"/>
              <a:ext cx="1000200" cy="123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800" b="1">
                  <a:solidFill>
                    <a:schemeClr val="dk1"/>
                  </a:solidFill>
                  <a:latin typeface="Space Grotesk"/>
                  <a:ea typeface="Space Grotesk"/>
                  <a:cs typeface="Space Grotesk"/>
                  <a:sym typeface="Space Grotesk"/>
                </a:rPr>
                <a:t>Your Project</a:t>
              </a:r>
              <a:endParaRPr sz="800" b="1">
                <a:solidFill>
                  <a:schemeClr val="dk1"/>
                </a:solidFill>
                <a:latin typeface="Space Grotesk"/>
                <a:ea typeface="Space Grotesk"/>
                <a:cs typeface="Space Grotesk"/>
                <a:sym typeface="Space Grotesk"/>
              </a:endParaRPr>
            </a:p>
          </p:txBody>
        </p:sp>
        <p:sp>
          <p:nvSpPr>
            <p:cNvPr id="326" name="Google Shape;326;p34"/>
            <p:cNvSpPr txBox="1"/>
            <p:nvPr/>
          </p:nvSpPr>
          <p:spPr>
            <a:xfrm>
              <a:off x="7863602" y="281400"/>
              <a:ext cx="1051800" cy="123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 sz="800" b="1">
                  <a:solidFill>
                    <a:schemeClr val="dk1"/>
                  </a:solidFill>
                  <a:latin typeface="Space Grotesk"/>
                  <a:ea typeface="Space Grotesk"/>
                  <a:cs typeface="Space Grotesk"/>
                  <a:sym typeface="Space Grotesk"/>
                </a:rPr>
                <a:t>DD/MM/20XX</a:t>
              </a:r>
              <a:endParaRPr sz="800" b="1">
                <a:solidFill>
                  <a:schemeClr val="dk1"/>
                </a:solidFill>
                <a:latin typeface="Space Grotesk"/>
                <a:ea typeface="Space Grotesk"/>
                <a:cs typeface="Space Grotesk"/>
                <a:sym typeface="Space Grotesk"/>
              </a:endParaRPr>
            </a:p>
          </p:txBody>
        </p:sp>
        <p:sp>
          <p:nvSpPr>
            <p:cNvPr id="327" name="Google Shape;327;p34"/>
            <p:cNvSpPr txBox="1"/>
            <p:nvPr/>
          </p:nvSpPr>
          <p:spPr>
            <a:xfrm>
              <a:off x="228598" y="281400"/>
              <a:ext cx="1051800" cy="123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1">
                  <a:solidFill>
                    <a:schemeClr val="dk1"/>
                  </a:solidFill>
                  <a:latin typeface="Space Grotesk"/>
                  <a:ea typeface="Space Grotesk"/>
                  <a:cs typeface="Space Grotesk"/>
                  <a:sym typeface="Space Grotesk"/>
                </a:rPr>
                <a:t>Your Name</a:t>
              </a:r>
              <a:endParaRPr sz="800" b="1">
                <a:solidFill>
                  <a:schemeClr val="dk1"/>
                </a:solidFill>
                <a:latin typeface="Space Grotesk"/>
                <a:ea typeface="Space Grotesk"/>
                <a:cs typeface="Space Grotesk"/>
                <a:sym typeface="Space Grotesk"/>
              </a:endParaRPr>
            </a:p>
          </p:txBody>
        </p:sp>
      </p:grpSp>
      <p:sp>
        <p:nvSpPr>
          <p:cNvPr id="328" name="Google Shape;328;p34"/>
          <p:cNvSpPr txBox="1">
            <a:spLocks noGrp="1"/>
          </p:cNvSpPr>
          <p:nvPr>
            <p:ph type="title"/>
          </p:nvPr>
        </p:nvSpPr>
        <p:spPr>
          <a:xfrm>
            <a:off x="228597" y="2513700"/>
            <a:ext cx="3550800" cy="2401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lt1"/>
                </a:solidFill>
              </a:rPr>
              <a:t>Thank_ you_</a:t>
            </a:r>
            <a:endParaRPr>
              <a:solidFill>
                <a:schemeClr val="lt1"/>
              </a:solidFill>
            </a:endParaRPr>
          </a:p>
        </p:txBody>
      </p:sp>
    </p:spTree>
  </p:cSld>
  <p:clrMapOvr>
    <a:masterClrMapping/>
  </p:clrMapOvr>
  <p:transition spd="slow">
    <p:push dir="u"/>
  </p:transition>
  <p:timing>
    <p:tnLst>
      <p:par>
        <p:cTn id="1" dur="indefinite" restart="never" nodeType="tmRoot"/>
      </p:par>
    </p:tnLst>
  </p:timing>
</p:sld>
</file>

<file path=ppt/theme/theme1.xml><?xml version="1.0" encoding="utf-8"?>
<a:theme xmlns:a="http://schemas.openxmlformats.org/drawingml/2006/main" name="Mastering Code by Slidesgo">
  <a:themeElements>
    <a:clrScheme name="Simple Light">
      <a:dk1>
        <a:srgbClr val="FFFFFF"/>
      </a:dk1>
      <a:lt1>
        <a:srgbClr val="0A0E14"/>
      </a:lt1>
      <a:dk2>
        <a:srgbClr val="FFFFFF"/>
      </a:dk2>
      <a:lt2>
        <a:srgbClr val="00E8FF"/>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358</Words>
  <Application>Microsoft Office PowerPoint</Application>
  <PresentationFormat>On-screen Show (16:9)</PresentationFormat>
  <Paragraphs>50</Paragraphs>
  <Slides>10</Slides>
  <Notes>10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10</vt:i4>
      </vt:variant>
    </vt:vector>
  </HeadingPairs>
  <TitlesOfParts>
    <vt:vector size="20" baseType="lpstr">
      <vt:lpstr>Arial</vt:lpstr>
      <vt:lpstr>IBM Plex Mono</vt:lpstr>
      <vt:lpstr>Roboto</vt:lpstr>
      <vt:lpstr>Space Grotesk Light</vt:lpstr>
      <vt:lpstr>IBM Plex Mono SemiBold</vt:lpstr>
      <vt:lpstr>Lato</vt:lpstr>
      <vt:lpstr>Space Grotesk</vt:lpstr>
      <vt:lpstr>Darker Grotesque SemiBold</vt:lpstr>
      <vt:lpstr>Space Grotesk Medium</vt:lpstr>
      <vt:lpstr>Mastering Code by Slidesgo</vt:lpstr>
      <vt:lpstr> Nội dung tìm hiểu tuần 2</vt:lpstr>
      <vt:lpstr>Tổng hợp nội dung:</vt:lpstr>
      <vt:lpstr>Supervised Learning</vt:lpstr>
      <vt:lpstr>Tổng quan</vt:lpstr>
      <vt:lpstr>Quy trình của Supervised Learning</vt:lpstr>
      <vt:lpstr>Phân biệt giữa Classification - Regression </vt:lpstr>
      <vt:lpstr>Unsupervised Learning</vt:lpstr>
      <vt:lpstr>Quy trình của  Unsupervised Learning</vt:lpstr>
      <vt:lpstr>Phân biệt giữa Clustering - Dimensionality Reduction</vt:lpstr>
      <vt:lpstr>Thank_ you_</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Nội dung tìm hiểu tuần 2</dc:title>
  <cp:lastModifiedBy>Admin</cp:lastModifiedBy>
  <cp:revision>2</cp:revision>
  <dcterms:modified xsi:type="dcterms:W3CDTF">2025-12-10T07:19:02Z</dcterms:modified>
</cp:coreProperties>
</file>